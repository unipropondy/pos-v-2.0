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0" r:id="rId1"/>
  </p:sldMasterIdLst>
  <p:notesMasterIdLst>
    <p:notesMasterId r:id="rId5"/>
  </p:notesMasterIdLst>
  <p:handoutMasterIdLst>
    <p:handoutMasterId r:id="rId6"/>
  </p:handoutMasterIdLst>
  <p:sldIdLst>
    <p:sldId id="7022" r:id="rId2"/>
    <p:sldId id="7020" r:id="rId3"/>
    <p:sldId id="7226" r:id="rId4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2" orient="horz" pos="1637" userDrawn="1">
          <p15:clr>
            <a:srgbClr val="A4A3A4"/>
          </p15:clr>
        </p15:guide>
        <p15:guide id="13" orient="horz" pos="2663" userDrawn="1">
          <p15:clr>
            <a:srgbClr val="A4A3A4"/>
          </p15:clr>
        </p15:guide>
        <p15:guide id="1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rusha Sunker (Group)" initials="TS(" lastIdx="1" clrIdx="0">
    <p:extLst>
      <p:ext uri="{19B8F6BF-5375-455C-9EA6-DF929625EA0E}">
        <p15:presenceInfo xmlns:p15="http://schemas.microsoft.com/office/powerpoint/2012/main" userId="S::thirusha.sunker@global.ntt::e19a80b1-7843-49bc-b736-4f9b358ad4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FE3"/>
    <a:srgbClr val="0046AD"/>
    <a:srgbClr val="04488E"/>
    <a:srgbClr val="DD0D2F"/>
    <a:srgbClr val="E70033"/>
    <a:srgbClr val="E3E3E3"/>
    <a:srgbClr val="CC2988"/>
    <a:srgbClr val="CC2E8B"/>
    <a:srgbClr val="E17FB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63AEE-CC24-4E0B-878F-D0DBFE976470}" v="52" dt="2024-01-11T07:38:06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2" autoAdjust="0"/>
    <p:restoredTop sz="93979" autoAdjust="0"/>
  </p:normalViewPr>
  <p:slideViewPr>
    <p:cSldViewPr snapToGrid="0" snapToObjects="1" showGuides="1">
      <p:cViewPr varScale="1">
        <p:scale>
          <a:sx n="141" d="100"/>
          <a:sy n="141" d="100"/>
        </p:scale>
        <p:origin x="1080" y="120"/>
      </p:cViewPr>
      <p:guideLst>
        <p:guide orient="horz" pos="1637"/>
        <p:guide orient="horz" pos="266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32" d="100"/>
          <a:sy n="132" d="100"/>
        </p:scale>
        <p:origin x="4264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 Chin Keong" userId="a88998ae-29c1-4c87-b66c-fb4fa5fe5cab" providerId="ADAL" clId="{11563AEE-CC24-4E0B-878F-D0DBFE976470}"/>
    <pc:docChg chg="undo custSel addSld delSld modSld">
      <pc:chgData name="Ng Chin Keong" userId="a88998ae-29c1-4c87-b66c-fb4fa5fe5cab" providerId="ADAL" clId="{11563AEE-CC24-4E0B-878F-D0DBFE976470}" dt="2024-01-11T07:39:54.482" v="679" actId="47"/>
      <pc:docMkLst>
        <pc:docMk/>
      </pc:docMkLst>
      <pc:sldChg chg="addSp delSp modSp mod">
        <pc:chgData name="Ng Chin Keong" userId="a88998ae-29c1-4c87-b66c-fb4fa5fe5cab" providerId="ADAL" clId="{11563AEE-CC24-4E0B-878F-D0DBFE976470}" dt="2024-01-11T07:39:46.213" v="677" actId="207"/>
        <pc:sldMkLst>
          <pc:docMk/>
          <pc:sldMk cId="1897805137" sldId="7020"/>
        </pc:sldMkLst>
        <pc:spChg chg="mod topLvl">
          <ac:chgData name="Ng Chin Keong" userId="a88998ae-29c1-4c87-b66c-fb4fa5fe5cab" providerId="ADAL" clId="{11563AEE-CC24-4E0B-878F-D0DBFE976470}" dt="2024-01-11T07:38:34.007" v="667" actId="1037"/>
          <ac:spMkLst>
            <pc:docMk/>
            <pc:sldMk cId="1897805137" sldId="7020"/>
            <ac:spMk id="6" creationId="{5EF03AF1-8406-78B9-D755-BC581600A95F}"/>
          </ac:spMkLst>
        </pc:spChg>
        <pc:spChg chg="mod topLvl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7" creationId="{EB63015E-3D20-8448-16B5-1AF416B87A36}"/>
          </ac:spMkLst>
        </pc:spChg>
        <pc:spChg chg="mod topLvl">
          <ac:chgData name="Ng Chin Keong" userId="a88998ae-29c1-4c87-b66c-fb4fa5fe5cab" providerId="ADAL" clId="{11563AEE-CC24-4E0B-878F-D0DBFE976470}" dt="2024-01-11T07:39:32.704" v="674" actId="207"/>
          <ac:spMkLst>
            <pc:docMk/>
            <pc:sldMk cId="1897805137" sldId="7020"/>
            <ac:spMk id="8" creationId="{B9F2AE5F-EAB2-72F5-7500-06E8BA70A718}"/>
          </ac:spMkLst>
        </pc:spChg>
        <pc:spChg chg="del mod topLvl">
          <ac:chgData name="Ng Chin Keong" userId="a88998ae-29c1-4c87-b66c-fb4fa5fe5cab" providerId="ADAL" clId="{11563AEE-CC24-4E0B-878F-D0DBFE976470}" dt="2024-01-11T07:37:11.016" v="569" actId="478"/>
          <ac:spMkLst>
            <pc:docMk/>
            <pc:sldMk cId="1897805137" sldId="7020"/>
            <ac:spMk id="9" creationId="{C92D40EF-9176-14C6-E059-F211D6929E8E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2" creationId="{E188C3D0-5AE3-4C25-8594-6E2555E72D5F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3" creationId="{FB5C28DC-95A2-3D4B-B1C7-2C948D22E5D5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4" creationId="{D118FC7F-F58C-3093-B0EB-68A6A9DCA676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5" creationId="{5E4BF34F-1B5B-C8C3-97D5-4326C660A76D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6" creationId="{5022A06D-D668-57DA-6520-F0D88F5C3C05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7" creationId="{F883C60A-FFB3-1D56-BFAE-C7C84FE0F798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8" creationId="{120D4E4D-C0FE-4F30-FC3E-777F634B91FC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19" creationId="{6A9D418A-D5E8-2768-5ED9-C8F5ADB9FDD8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1" creationId="{DA8216D3-CF04-EE7B-7EC6-F4C942D7CCBC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2" creationId="{7E04AA7D-368B-75EF-D6DD-A1BCCDF9EA4B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3" creationId="{2F592717-FEAA-EE27-BC64-8702AB9FD493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4" creationId="{B88A79AC-50B4-E9BD-8F15-B09BFB6D0D25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5" creationId="{63593D01-9FB4-B802-3A80-BB46BEF95FE5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6" creationId="{FCC68C0B-A29A-6F07-56A0-BACE7CF340DE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7" creationId="{CD22DFAD-1E13-592B-8E11-130D261FDBB1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8" creationId="{C5A3512E-0FA5-FA88-8A31-9D3F0C90FB13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29" creationId="{538624B0-6B48-BA08-B475-175AB832048C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30" creationId="{B93210BE-F427-6464-AAF6-97DE7E55B6D3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31" creationId="{8A141196-6F9F-BB1C-EC3A-9893698DA099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32" creationId="{467AD693-53ED-4211-3174-795BA7D73000}"/>
          </ac:spMkLst>
        </pc:spChg>
        <pc:spChg chg="mod">
          <ac:chgData name="Ng Chin Keong" userId="a88998ae-29c1-4c87-b66c-fb4fa5fe5cab" providerId="ADAL" clId="{11563AEE-CC24-4E0B-878F-D0DBFE976470}" dt="2024-01-11T07:36:36.365" v="563" actId="165"/>
          <ac:spMkLst>
            <pc:docMk/>
            <pc:sldMk cId="1897805137" sldId="7020"/>
            <ac:spMk id="33" creationId="{CB7DA287-AF0B-6E3D-EC1B-4102697DF833}"/>
          </ac:spMkLst>
        </pc:spChg>
        <pc:spChg chg="mod topLvl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34" creationId="{00000000-0000-0000-0000-000000000000}"/>
          </ac:spMkLst>
        </pc:spChg>
        <pc:spChg chg="mod topLvl">
          <ac:chgData name="Ng Chin Keong" userId="a88998ae-29c1-4c87-b66c-fb4fa5fe5cab" providerId="ADAL" clId="{11563AEE-CC24-4E0B-878F-D0DBFE976470}" dt="2024-01-11T07:38:22.907" v="629" actId="1037"/>
          <ac:spMkLst>
            <pc:docMk/>
            <pc:sldMk cId="1897805137" sldId="7020"/>
            <ac:spMk id="35" creationId="{00000000-0000-0000-0000-000000000000}"/>
          </ac:spMkLst>
        </pc:spChg>
        <pc:spChg chg="del mod topLvl">
          <ac:chgData name="Ng Chin Keong" userId="a88998ae-29c1-4c87-b66c-fb4fa5fe5cab" providerId="ADAL" clId="{11563AEE-CC24-4E0B-878F-D0DBFE976470}" dt="2024-01-11T07:36:14.930" v="559" actId="478"/>
          <ac:spMkLst>
            <pc:docMk/>
            <pc:sldMk cId="1897805137" sldId="7020"/>
            <ac:spMk id="36" creationId="{00000000-0000-0000-0000-000000000000}"/>
          </ac:spMkLst>
        </pc:spChg>
        <pc:spChg chg="add mod">
          <ac:chgData name="Ng Chin Keong" userId="a88998ae-29c1-4c87-b66c-fb4fa5fe5cab" providerId="ADAL" clId="{11563AEE-CC24-4E0B-878F-D0DBFE976470}" dt="2024-01-11T07:39:38.335" v="675" actId="207"/>
          <ac:spMkLst>
            <pc:docMk/>
            <pc:sldMk cId="1897805137" sldId="7020"/>
            <ac:spMk id="37" creationId="{F172130D-E737-4FA8-DB3B-4726FB0B7D3C}"/>
          </ac:spMkLst>
        </pc:spChg>
        <pc:spChg chg="add mod">
          <ac:chgData name="Ng Chin Keong" userId="a88998ae-29c1-4c87-b66c-fb4fa5fe5cab" providerId="ADAL" clId="{11563AEE-CC24-4E0B-878F-D0DBFE976470}" dt="2024-01-11T07:39:46.213" v="677" actId="207"/>
          <ac:spMkLst>
            <pc:docMk/>
            <pc:sldMk cId="1897805137" sldId="7020"/>
            <ac:spMk id="38" creationId="{C75560A0-4EEE-8427-9D86-E75964F9D74F}"/>
          </ac:spMkLst>
        </pc:spChg>
        <pc:spChg chg="add mod">
          <ac:chgData name="Ng Chin Keong" userId="a88998ae-29c1-4c87-b66c-fb4fa5fe5cab" providerId="ADAL" clId="{11563AEE-CC24-4E0B-878F-D0DBFE976470}" dt="2024-01-11T07:39:42.883" v="676" actId="207"/>
          <ac:spMkLst>
            <pc:docMk/>
            <pc:sldMk cId="1897805137" sldId="7020"/>
            <ac:spMk id="39" creationId="{78B2D227-DB31-D847-00A9-40E30601DC9E}"/>
          </ac:spMkLst>
        </pc:spChg>
        <pc:spChg chg="add mod">
          <ac:chgData name="Ng Chin Keong" userId="a88998ae-29c1-4c87-b66c-fb4fa5fe5cab" providerId="ADAL" clId="{11563AEE-CC24-4E0B-878F-D0DBFE976470}" dt="2024-01-11T07:38:05.909" v="610" actId="1076"/>
          <ac:spMkLst>
            <pc:docMk/>
            <pc:sldMk cId="1897805137" sldId="7020"/>
            <ac:spMk id="40" creationId="{DD82A1A2-AC61-3470-AC46-8E8A576823B5}"/>
          </ac:spMkLst>
        </pc:spChg>
        <pc:spChg chg="add mod">
          <ac:chgData name="Ng Chin Keong" userId="a88998ae-29c1-4c87-b66c-fb4fa5fe5cab" providerId="ADAL" clId="{11563AEE-CC24-4E0B-878F-D0DBFE976470}" dt="2024-01-11T07:38:22.907" v="629" actId="1037"/>
          <ac:spMkLst>
            <pc:docMk/>
            <pc:sldMk cId="1897805137" sldId="7020"/>
            <ac:spMk id="41" creationId="{5D185DD4-9011-CE48-1F82-9CC46B58CCDE}"/>
          </ac:spMkLst>
        </pc:spChg>
        <pc:spChg chg="mod">
          <ac:chgData name="Ng Chin Keong" userId="a88998ae-29c1-4c87-b66c-fb4fa5fe5cab" providerId="ADAL" clId="{11563AEE-CC24-4E0B-878F-D0DBFE976470}" dt="2024-01-11T07:29:58.153" v="383" actId="1076"/>
          <ac:spMkLst>
            <pc:docMk/>
            <pc:sldMk cId="1897805137" sldId="7020"/>
            <ac:spMk id="62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64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65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66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68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69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0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1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2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3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4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5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6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7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8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79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80" creationId="{00000000-0000-0000-0000-000000000000}"/>
          </ac:spMkLst>
        </pc:spChg>
        <pc:spChg chg="mod topLvl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81" creationId="{00000000-0000-0000-0000-000000000000}"/>
          </ac:spMkLst>
        </pc:spChg>
        <pc:spChg chg="mod topLvl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82" creationId="{00000000-0000-0000-0000-000000000000}"/>
          </ac:spMkLst>
        </pc:spChg>
        <pc:spChg chg="mod topLvl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83" creationId="{00000000-0000-0000-0000-000000000000}"/>
          </ac:spMkLst>
        </pc:spChg>
        <pc:spChg chg="mod topLvl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84" creationId="{00000000-0000-0000-0000-000000000000}"/>
          </ac:spMkLst>
        </pc:spChg>
        <pc:spChg chg="mod topLvl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85" creationId="{00000000-0000-0000-0000-000000000000}"/>
          </ac:spMkLst>
        </pc:spChg>
        <pc:spChg chg="del mod topLvl">
          <ac:chgData name="Ng Chin Keong" userId="a88998ae-29c1-4c87-b66c-fb4fa5fe5cab" providerId="ADAL" clId="{11563AEE-CC24-4E0B-878F-D0DBFE976470}" dt="2024-01-11T07:36:24.620" v="561" actId="478"/>
          <ac:spMkLst>
            <pc:docMk/>
            <pc:sldMk cId="1897805137" sldId="7020"/>
            <ac:spMk id="140" creationId="{00000000-0000-0000-0000-000000000000}"/>
          </ac:spMkLst>
        </pc:spChg>
        <pc:spChg chg="del mod topLvl">
          <ac:chgData name="Ng Chin Keong" userId="a88998ae-29c1-4c87-b66c-fb4fa5fe5cab" providerId="ADAL" clId="{11563AEE-CC24-4E0B-878F-D0DBFE976470}" dt="2024-01-11T07:36:25.288" v="562" actId="478"/>
          <ac:spMkLst>
            <pc:docMk/>
            <pc:sldMk cId="1897805137" sldId="7020"/>
            <ac:spMk id="141" creationId="{00000000-0000-0000-0000-000000000000}"/>
          </ac:spMkLst>
        </pc:spChg>
        <pc:spChg chg="mod topLvl">
          <ac:chgData name="Ng Chin Keong" userId="a88998ae-29c1-4c87-b66c-fb4fa5fe5cab" providerId="ADAL" clId="{11563AEE-CC24-4E0B-878F-D0DBFE976470}" dt="2024-01-11T07:35:34.907" v="555" actId="165"/>
          <ac:spMkLst>
            <pc:docMk/>
            <pc:sldMk cId="1897805137" sldId="7020"/>
            <ac:spMk id="142" creationId="{00000000-0000-0000-0000-000000000000}"/>
          </ac:spMkLst>
        </pc:spChg>
        <pc:spChg chg="del mod topLvl">
          <ac:chgData name="Ng Chin Keong" userId="a88998ae-29c1-4c87-b66c-fb4fa5fe5cab" providerId="ADAL" clId="{11563AEE-CC24-4E0B-878F-D0DBFE976470}" dt="2024-01-11T07:37:44.706" v="604" actId="478"/>
          <ac:spMkLst>
            <pc:docMk/>
            <pc:sldMk cId="1897805137" sldId="7020"/>
            <ac:spMk id="168" creationId="{00000000-0000-0000-0000-000000000000}"/>
          </ac:spMkLst>
        </pc:spChg>
        <pc:spChg chg="del mod topLvl">
          <ac:chgData name="Ng Chin Keong" userId="a88998ae-29c1-4c87-b66c-fb4fa5fe5cab" providerId="ADAL" clId="{11563AEE-CC24-4E0B-878F-D0DBFE976470}" dt="2024-01-11T07:37:46.330" v="605" actId="478"/>
          <ac:spMkLst>
            <pc:docMk/>
            <pc:sldMk cId="1897805137" sldId="7020"/>
            <ac:spMk id="169" creationId="{00000000-0000-0000-0000-000000000000}"/>
          </ac:spMkLst>
        </pc:spChg>
        <pc:grpChg chg="add del mod">
          <ac:chgData name="Ng Chin Keong" userId="a88998ae-29c1-4c87-b66c-fb4fa5fe5cab" providerId="ADAL" clId="{11563AEE-CC24-4E0B-878F-D0DBFE976470}" dt="2024-01-11T07:35:34.907" v="555" actId="165"/>
          <ac:grpSpMkLst>
            <pc:docMk/>
            <pc:sldMk cId="1897805137" sldId="7020"/>
            <ac:grpSpMk id="2" creationId="{C102C5C7-DD6A-4216-EC60-CC41119976BD}"/>
          </ac:grpSpMkLst>
        </pc:grpChg>
        <pc:grpChg chg="add del mod">
          <ac:chgData name="Ng Chin Keong" userId="a88998ae-29c1-4c87-b66c-fb4fa5fe5cab" providerId="ADAL" clId="{11563AEE-CC24-4E0B-878F-D0DBFE976470}" dt="2024-01-11T07:36:36.365" v="563" actId="165"/>
          <ac:grpSpMkLst>
            <pc:docMk/>
            <pc:sldMk cId="1897805137" sldId="7020"/>
            <ac:grpSpMk id="3" creationId="{B0C881AE-EAB8-37BE-8094-49B6C9888527}"/>
          </ac:grpSpMkLst>
        </pc:grpChg>
        <pc:grpChg chg="mod topLvl">
          <ac:chgData name="Ng Chin Keong" userId="a88998ae-29c1-4c87-b66c-fb4fa5fe5cab" providerId="ADAL" clId="{11563AEE-CC24-4E0B-878F-D0DBFE976470}" dt="2024-01-11T07:36:36.365" v="563" actId="165"/>
          <ac:grpSpMkLst>
            <pc:docMk/>
            <pc:sldMk cId="1897805137" sldId="7020"/>
            <ac:grpSpMk id="10" creationId="{72A01C4E-D0F7-6ADB-E05F-98BEE406AA7F}"/>
          </ac:grpSpMkLst>
        </pc:grpChg>
        <pc:grpChg chg="mod">
          <ac:chgData name="Ng Chin Keong" userId="a88998ae-29c1-4c87-b66c-fb4fa5fe5cab" providerId="ADAL" clId="{11563AEE-CC24-4E0B-878F-D0DBFE976470}" dt="2024-01-11T07:36:36.365" v="563" actId="165"/>
          <ac:grpSpMkLst>
            <pc:docMk/>
            <pc:sldMk cId="1897805137" sldId="7020"/>
            <ac:grpSpMk id="11" creationId="{572413C8-FA7D-CB91-E1FF-57136000B0F8}"/>
          </ac:grpSpMkLst>
        </pc:grpChg>
        <pc:grpChg chg="mod">
          <ac:chgData name="Ng Chin Keong" userId="a88998ae-29c1-4c87-b66c-fb4fa5fe5cab" providerId="ADAL" clId="{11563AEE-CC24-4E0B-878F-D0DBFE976470}" dt="2024-01-11T07:36:36.365" v="563" actId="165"/>
          <ac:grpSpMkLst>
            <pc:docMk/>
            <pc:sldMk cId="1897805137" sldId="7020"/>
            <ac:grpSpMk id="20" creationId="{DBE08322-8EAF-56A5-991F-0949D7A9545C}"/>
          </ac:grpSpMkLst>
        </pc:grpChg>
        <pc:grpChg chg="mod topLvl">
          <ac:chgData name="Ng Chin Keong" userId="a88998ae-29c1-4c87-b66c-fb4fa5fe5cab" providerId="ADAL" clId="{11563AEE-CC24-4E0B-878F-D0DBFE976470}" dt="2024-01-11T07:35:34.907" v="555" actId="165"/>
          <ac:grpSpMkLst>
            <pc:docMk/>
            <pc:sldMk cId="1897805137" sldId="7020"/>
            <ac:grpSpMk id="63" creationId="{00000000-0000-0000-0000-000000000000}"/>
          </ac:grpSpMkLst>
        </pc:grpChg>
        <pc:grpChg chg="mod">
          <ac:chgData name="Ng Chin Keong" userId="a88998ae-29c1-4c87-b66c-fb4fa5fe5cab" providerId="ADAL" clId="{11563AEE-CC24-4E0B-878F-D0DBFE976470}" dt="2024-01-11T07:35:34.907" v="555" actId="165"/>
          <ac:grpSpMkLst>
            <pc:docMk/>
            <pc:sldMk cId="1897805137" sldId="7020"/>
            <ac:grpSpMk id="67" creationId="{00000000-0000-0000-0000-000000000000}"/>
          </ac:grpSpMkLst>
        </pc:grpChg>
        <pc:picChg chg="mod topLvl">
          <ac:chgData name="Ng Chin Keong" userId="a88998ae-29c1-4c87-b66c-fb4fa5fe5cab" providerId="ADAL" clId="{11563AEE-CC24-4E0B-878F-D0DBFE976470}" dt="2024-01-11T07:38:30.074" v="656" actId="1037"/>
          <ac:picMkLst>
            <pc:docMk/>
            <pc:sldMk cId="1897805137" sldId="7020"/>
            <ac:picMk id="4" creationId="{8FF9A61D-C30D-F720-6CFD-69BCFA5E17E3}"/>
          </ac:picMkLst>
        </pc:picChg>
        <pc:picChg chg="mod topLvl">
          <ac:chgData name="Ng Chin Keong" userId="a88998ae-29c1-4c87-b66c-fb4fa5fe5cab" providerId="ADAL" clId="{11563AEE-CC24-4E0B-878F-D0DBFE976470}" dt="2024-01-11T07:38:22.907" v="629" actId="1037"/>
          <ac:picMkLst>
            <pc:docMk/>
            <pc:sldMk cId="1897805137" sldId="7020"/>
            <ac:picMk id="5" creationId="{00000000-0000-0000-0000-000000000000}"/>
          </ac:picMkLst>
        </pc:picChg>
        <pc:picChg chg="mod topLvl">
          <ac:chgData name="Ng Chin Keong" userId="a88998ae-29c1-4c87-b66c-fb4fa5fe5cab" providerId="ADAL" clId="{11563AEE-CC24-4E0B-878F-D0DBFE976470}" dt="2024-01-11T07:38:22.907" v="629" actId="1037"/>
          <ac:picMkLst>
            <pc:docMk/>
            <pc:sldMk cId="1897805137" sldId="7020"/>
            <ac:picMk id="138" creationId="{00000000-0000-0000-0000-000000000000}"/>
          </ac:picMkLst>
        </pc:picChg>
      </pc:sldChg>
      <pc:sldChg chg="addSp delSp modSp del mod">
        <pc:chgData name="Ng Chin Keong" userId="a88998ae-29c1-4c87-b66c-fb4fa5fe5cab" providerId="ADAL" clId="{11563AEE-CC24-4E0B-878F-D0DBFE976470}" dt="2024-01-11T07:39:49.557" v="678" actId="47"/>
        <pc:sldMkLst>
          <pc:docMk/>
          <pc:sldMk cId="397954815" sldId="7021"/>
        </pc:sldMkLst>
        <pc:spChg chg="del">
          <ac:chgData name="Ng Chin Keong" userId="a88998ae-29c1-4c87-b66c-fb4fa5fe5cab" providerId="ADAL" clId="{11563AEE-CC24-4E0B-878F-D0DBFE976470}" dt="2024-01-11T07:27:53.766" v="122" actId="478"/>
          <ac:spMkLst>
            <pc:docMk/>
            <pc:sldMk cId="397954815" sldId="7021"/>
            <ac:spMk id="4" creationId="{00000000-0000-0000-0000-000000000000}"/>
          </ac:spMkLst>
        </pc:spChg>
        <pc:spChg chg="del">
          <ac:chgData name="Ng Chin Keong" userId="a88998ae-29c1-4c87-b66c-fb4fa5fe5cab" providerId="ADAL" clId="{11563AEE-CC24-4E0B-878F-D0DBFE976470}" dt="2024-01-11T07:27:53.766" v="122" actId="478"/>
          <ac:spMkLst>
            <pc:docMk/>
            <pc:sldMk cId="397954815" sldId="7021"/>
            <ac:spMk id="8" creationId="{00000000-0000-0000-0000-000000000000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9" creationId="{BD0D6E3F-AAEF-F725-5F11-3C8553392665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11" creationId="{980AE4CC-2EBC-7659-8900-DDE4E04BC16C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12" creationId="{973A4F9F-E88D-2E7B-A25F-CBC279AE0E5C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13" creationId="{EFBEE9CC-21FD-81F2-2274-C9DDB4D28C26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14" creationId="{21B7A1EA-F223-8567-4FFF-B2A93D0566EE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16" creationId="{7236D55C-7D9E-0E3E-FA63-F8C3366EDC44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17" creationId="{F8BCC75B-3002-B65F-DE41-EED7802147D1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18" creationId="{3DE791A6-4CFB-A0D6-587E-DF4962896347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0" creationId="{E86D3BEC-E3EF-0A3C-B611-3B4EBD4092FF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1" creationId="{830B91A4-2638-0536-9745-1664F93A604D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2" creationId="{2A16294A-85F2-6F3E-4C54-40DCBEAE29C5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3" creationId="{BDAE98CB-CCDE-149D-2C33-6F32CCCE113B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4" creationId="{B4899B78-D045-C679-BC33-4DEDC3A0D766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5" creationId="{EEE83503-FF15-6766-C4C3-58A02707589E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6" creationId="{16E7476C-34C9-03F1-118A-C02A6FA65340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7" creationId="{050D03E7-0DD2-91A5-795D-88DD7C0DF68E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8" creationId="{67E89166-BA91-726E-7019-BD38AAA47B57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29" creationId="{DD700EFA-926A-F9BE-856B-D2FEC32350FB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30" creationId="{7160D904-F358-72F1-D1E7-0A64FC2C2603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31" creationId="{405FAD88-5F84-0CF8-C0B5-C6859F8CA706}"/>
          </ac:spMkLst>
        </pc:spChg>
        <pc:spChg chg="mod">
          <ac:chgData name="Ng Chin Keong" userId="a88998ae-29c1-4c87-b66c-fb4fa5fe5cab" providerId="ADAL" clId="{11563AEE-CC24-4E0B-878F-D0DBFE976470}" dt="2024-01-11T07:28:09.105" v="184"/>
          <ac:spMkLst>
            <pc:docMk/>
            <pc:sldMk cId="397954815" sldId="7021"/>
            <ac:spMk id="32" creationId="{A7CD3DC7-AB6B-06C1-1B84-F9038A145565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33" creationId="{328C82A4-0B7D-BB20-1E3B-2C3104F034AD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34" creationId="{3EDEC662-6A8F-C0BA-12AD-AF34F670373C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35" creationId="{C42EE2BF-00D0-2638-B84D-62D1151AC491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36" creationId="{E7A3CFD4-0D93-75E6-7130-1EAE27D95D3F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37" creationId="{EFAF108B-7EC2-7F2C-185D-22643F24158A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38" creationId="{5433E0C5-2682-259A-DE1B-0D3E31D70175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39" creationId="{AFDE4766-D939-2E12-5FC9-13D8991E4CC8}"/>
          </ac:spMkLst>
        </pc:spChg>
        <pc:spChg chg="add mod">
          <ac:chgData name="Ng Chin Keong" userId="a88998ae-29c1-4c87-b66c-fb4fa5fe5cab" providerId="ADAL" clId="{11563AEE-CC24-4E0B-878F-D0DBFE976470}" dt="2024-01-11T07:29:24.128" v="329" actId="1035"/>
          <ac:spMkLst>
            <pc:docMk/>
            <pc:sldMk cId="397954815" sldId="7021"/>
            <ac:spMk id="40" creationId="{943E53A7-CFCF-BD0E-C418-A03A54ECBBFD}"/>
          </ac:spMkLst>
        </pc:spChg>
        <pc:spChg chg="mod">
          <ac:chgData name="Ng Chin Keong" userId="a88998ae-29c1-4c87-b66c-fb4fa5fe5cab" providerId="ADAL" clId="{11563AEE-CC24-4E0B-878F-D0DBFE976470}" dt="2024-01-11T07:30:09.750" v="403" actId="164"/>
          <ac:spMkLst>
            <pc:docMk/>
            <pc:sldMk cId="397954815" sldId="7021"/>
            <ac:spMk id="55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0:09.750" v="403" actId="164"/>
          <ac:spMkLst>
            <pc:docMk/>
            <pc:sldMk cId="397954815" sldId="7021"/>
            <ac:spMk id="56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0:09.750" v="403" actId="164"/>
          <ac:spMkLst>
            <pc:docMk/>
            <pc:sldMk cId="397954815" sldId="7021"/>
            <ac:spMk id="57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30:09.750" v="403" actId="164"/>
          <ac:spMkLst>
            <pc:docMk/>
            <pc:sldMk cId="397954815" sldId="7021"/>
            <ac:spMk id="58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29:21.787" v="326" actId="1076"/>
          <ac:spMkLst>
            <pc:docMk/>
            <pc:sldMk cId="397954815" sldId="7021"/>
            <ac:spMk id="84" creationId="{00000000-0000-0000-0000-000000000000}"/>
          </ac:spMkLst>
        </pc:spChg>
        <pc:spChg chg="del">
          <ac:chgData name="Ng Chin Keong" userId="a88998ae-29c1-4c87-b66c-fb4fa5fe5cab" providerId="ADAL" clId="{11563AEE-CC24-4E0B-878F-D0DBFE976470}" dt="2024-01-11T07:27:53.766" v="122" actId="478"/>
          <ac:spMkLst>
            <pc:docMk/>
            <pc:sldMk cId="397954815" sldId="7021"/>
            <ac:spMk id="203" creationId="{00000000-0000-0000-0000-000000000000}"/>
          </ac:spMkLst>
        </pc:spChg>
        <pc:spChg chg="del">
          <ac:chgData name="Ng Chin Keong" userId="a88998ae-29c1-4c87-b66c-fb4fa5fe5cab" providerId="ADAL" clId="{11563AEE-CC24-4E0B-878F-D0DBFE976470}" dt="2024-01-11T07:27:53.766" v="122" actId="478"/>
          <ac:spMkLst>
            <pc:docMk/>
            <pc:sldMk cId="397954815" sldId="7021"/>
            <ac:spMk id="267" creationId="{00000000-0000-0000-0000-000000000000}"/>
          </ac:spMkLst>
        </pc:spChg>
        <pc:grpChg chg="mod">
          <ac:chgData name="Ng Chin Keong" userId="a88998ae-29c1-4c87-b66c-fb4fa5fe5cab" providerId="ADAL" clId="{11563AEE-CC24-4E0B-878F-D0DBFE976470}" dt="2024-01-11T07:30:09.750" v="403" actId="164"/>
          <ac:grpSpMkLst>
            <pc:docMk/>
            <pc:sldMk cId="397954815" sldId="7021"/>
            <ac:grpSpMk id="5" creationId="{00000000-0000-0000-0000-000000000000}"/>
          </ac:grpSpMkLst>
        </pc:grpChg>
        <pc:grpChg chg="del">
          <ac:chgData name="Ng Chin Keong" userId="a88998ae-29c1-4c87-b66c-fb4fa5fe5cab" providerId="ADAL" clId="{11563AEE-CC24-4E0B-878F-D0DBFE976470}" dt="2024-01-11T07:27:53.766" v="122" actId="478"/>
          <ac:grpSpMkLst>
            <pc:docMk/>
            <pc:sldMk cId="397954815" sldId="7021"/>
            <ac:grpSpMk id="6" creationId="{00000000-0000-0000-0000-000000000000}"/>
          </ac:grpSpMkLst>
        </pc:grpChg>
        <pc:grpChg chg="del">
          <ac:chgData name="Ng Chin Keong" userId="a88998ae-29c1-4c87-b66c-fb4fa5fe5cab" providerId="ADAL" clId="{11563AEE-CC24-4E0B-878F-D0DBFE976470}" dt="2024-01-11T07:27:53.766" v="122" actId="478"/>
          <ac:grpSpMkLst>
            <pc:docMk/>
            <pc:sldMk cId="397954815" sldId="7021"/>
            <ac:grpSpMk id="10" creationId="{00000000-0000-0000-0000-000000000000}"/>
          </ac:grpSpMkLst>
        </pc:grpChg>
        <pc:grpChg chg="add mod">
          <ac:chgData name="Ng Chin Keong" userId="a88998ae-29c1-4c87-b66c-fb4fa5fe5cab" providerId="ADAL" clId="{11563AEE-CC24-4E0B-878F-D0DBFE976470}" dt="2024-01-11T07:29:24.128" v="329" actId="1035"/>
          <ac:grpSpMkLst>
            <pc:docMk/>
            <pc:sldMk cId="397954815" sldId="7021"/>
            <ac:grpSpMk id="15" creationId="{E3979A7B-398E-4D99-2E0D-9AEEF578A0C5}"/>
          </ac:grpSpMkLst>
        </pc:grpChg>
        <pc:grpChg chg="mod">
          <ac:chgData name="Ng Chin Keong" userId="a88998ae-29c1-4c87-b66c-fb4fa5fe5cab" providerId="ADAL" clId="{11563AEE-CC24-4E0B-878F-D0DBFE976470}" dt="2024-01-11T07:28:09.105" v="184"/>
          <ac:grpSpMkLst>
            <pc:docMk/>
            <pc:sldMk cId="397954815" sldId="7021"/>
            <ac:grpSpMk id="19" creationId="{B58BDE23-1628-EF65-FA8D-583C5E40F82A}"/>
          </ac:grpSpMkLst>
        </pc:grpChg>
        <pc:grpChg chg="add mod">
          <ac:chgData name="Ng Chin Keong" userId="a88998ae-29c1-4c87-b66c-fb4fa5fe5cab" providerId="ADAL" clId="{11563AEE-CC24-4E0B-878F-D0DBFE976470}" dt="2024-01-11T07:30:09.750" v="403" actId="164"/>
          <ac:grpSpMkLst>
            <pc:docMk/>
            <pc:sldMk cId="397954815" sldId="7021"/>
            <ac:grpSpMk id="41" creationId="{AB095903-D3C6-11C9-B4AA-7D6B4D1E1266}"/>
          </ac:grpSpMkLst>
        </pc:grpChg>
        <pc:picChg chg="add mod">
          <ac:chgData name="Ng Chin Keong" userId="a88998ae-29c1-4c87-b66c-fb4fa5fe5cab" providerId="ADAL" clId="{11563AEE-CC24-4E0B-878F-D0DBFE976470}" dt="2024-01-11T07:29:24.128" v="329" actId="1035"/>
          <ac:picMkLst>
            <pc:docMk/>
            <pc:sldMk cId="397954815" sldId="7021"/>
            <ac:picMk id="2" creationId="{8AA9067D-22FC-7544-0B4D-CC9EE52A5805}"/>
          </ac:picMkLst>
        </pc:picChg>
        <pc:picChg chg="add mod">
          <ac:chgData name="Ng Chin Keong" userId="a88998ae-29c1-4c87-b66c-fb4fa5fe5cab" providerId="ADAL" clId="{11563AEE-CC24-4E0B-878F-D0DBFE976470}" dt="2024-01-11T07:29:24.128" v="329" actId="1035"/>
          <ac:picMkLst>
            <pc:docMk/>
            <pc:sldMk cId="397954815" sldId="7021"/>
            <ac:picMk id="7" creationId="{90033B8C-C21B-99CB-E124-900894C26072}"/>
          </ac:picMkLst>
        </pc:picChg>
        <pc:picChg chg="mod">
          <ac:chgData name="Ng Chin Keong" userId="a88998ae-29c1-4c87-b66c-fb4fa5fe5cab" providerId="ADAL" clId="{11563AEE-CC24-4E0B-878F-D0DBFE976470}" dt="2024-01-11T07:30:09.750" v="403" actId="164"/>
          <ac:picMkLst>
            <pc:docMk/>
            <pc:sldMk cId="397954815" sldId="7021"/>
            <ac:picMk id="54" creationId="{00000000-0000-0000-0000-000000000000}"/>
          </ac:picMkLst>
        </pc:picChg>
      </pc:sldChg>
      <pc:sldChg chg="del">
        <pc:chgData name="Ng Chin Keong" userId="a88998ae-29c1-4c87-b66c-fb4fa5fe5cab" providerId="ADAL" clId="{11563AEE-CC24-4E0B-878F-D0DBFE976470}" dt="2024-01-11T07:20:56.568" v="3" actId="47"/>
        <pc:sldMkLst>
          <pc:docMk/>
          <pc:sldMk cId="58430869" sldId="7023"/>
        </pc:sldMkLst>
      </pc:sldChg>
      <pc:sldChg chg="del">
        <pc:chgData name="Ng Chin Keong" userId="a88998ae-29c1-4c87-b66c-fb4fa5fe5cab" providerId="ADAL" clId="{11563AEE-CC24-4E0B-878F-D0DBFE976470}" dt="2024-01-11T07:20:46.252" v="0" actId="47"/>
        <pc:sldMkLst>
          <pc:docMk/>
          <pc:sldMk cId="2934070348" sldId="7030"/>
        </pc:sldMkLst>
      </pc:sldChg>
      <pc:sldChg chg="del">
        <pc:chgData name="Ng Chin Keong" userId="a88998ae-29c1-4c87-b66c-fb4fa5fe5cab" providerId="ADAL" clId="{11563AEE-CC24-4E0B-878F-D0DBFE976470}" dt="2024-01-11T07:20:47.272" v="1" actId="47"/>
        <pc:sldMkLst>
          <pc:docMk/>
          <pc:sldMk cId="3547905690" sldId="7031"/>
        </pc:sldMkLst>
      </pc:sldChg>
      <pc:sldChg chg="del">
        <pc:chgData name="Ng Chin Keong" userId="a88998ae-29c1-4c87-b66c-fb4fa5fe5cab" providerId="ADAL" clId="{11563AEE-CC24-4E0B-878F-D0DBFE976470}" dt="2024-01-11T07:20:55.050" v="2" actId="47"/>
        <pc:sldMkLst>
          <pc:docMk/>
          <pc:sldMk cId="56255265" sldId="7032"/>
        </pc:sldMkLst>
      </pc:sldChg>
      <pc:sldChg chg="del">
        <pc:chgData name="Ng Chin Keong" userId="a88998ae-29c1-4c87-b66c-fb4fa5fe5cab" providerId="ADAL" clId="{11563AEE-CC24-4E0B-878F-D0DBFE976470}" dt="2024-01-11T07:20:58.767" v="4" actId="47"/>
        <pc:sldMkLst>
          <pc:docMk/>
          <pc:sldMk cId="2209916701" sldId="7033"/>
        </pc:sldMkLst>
      </pc:sldChg>
      <pc:sldChg chg="delSp del mod">
        <pc:chgData name="Ng Chin Keong" userId="a88998ae-29c1-4c87-b66c-fb4fa5fe5cab" providerId="ADAL" clId="{11563AEE-CC24-4E0B-878F-D0DBFE976470}" dt="2024-01-11T07:27:46.510" v="121" actId="47"/>
        <pc:sldMkLst>
          <pc:docMk/>
          <pc:sldMk cId="214100175" sldId="7116"/>
        </pc:sldMkLst>
        <pc:spChg chg="del">
          <ac:chgData name="Ng Chin Keong" userId="a88998ae-29c1-4c87-b66c-fb4fa5fe5cab" providerId="ADAL" clId="{11563AEE-CC24-4E0B-878F-D0DBFE976470}" dt="2024-01-11T07:21:04.943" v="5" actId="478"/>
          <ac:spMkLst>
            <pc:docMk/>
            <pc:sldMk cId="214100175" sldId="7116"/>
            <ac:spMk id="10" creationId="{00000000-0000-0000-0000-000000000000}"/>
          </ac:spMkLst>
        </pc:spChg>
      </pc:sldChg>
      <pc:sldChg chg="delSp modSp add mod">
        <pc:chgData name="Ng Chin Keong" userId="a88998ae-29c1-4c87-b66c-fb4fa5fe5cab" providerId="ADAL" clId="{11563AEE-CC24-4E0B-878F-D0DBFE976470}" dt="2024-01-11T07:23:32.432" v="74" actId="1036"/>
        <pc:sldMkLst>
          <pc:docMk/>
          <pc:sldMk cId="2594539092" sldId="7226"/>
        </pc:sldMkLst>
        <pc:spChg chg="mod">
          <ac:chgData name="Ng Chin Keong" userId="a88998ae-29c1-4c87-b66c-fb4fa5fe5cab" providerId="ADAL" clId="{11563AEE-CC24-4E0B-878F-D0DBFE976470}" dt="2024-01-11T07:23:17.813" v="40" actId="20577"/>
          <ac:spMkLst>
            <pc:docMk/>
            <pc:sldMk cId="2594539092" sldId="7226"/>
            <ac:spMk id="2" creationId="{AB631408-A6BA-2CED-D1C8-EBFBB4D90F1C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8" creationId="{38FF399E-CFED-1235-01A0-1A4DDF9C6766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9" creationId="{CC83551C-6D7C-2733-88FB-F4CB14B5E265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10" creationId="{D05FC1E0-67F6-A089-4332-D97D56C09B1F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11" creationId="{E75BE799-D5BB-CD26-2CC8-29EF04031919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12" creationId="{9E3D49D9-BCB3-3CB1-ACAE-FAD2FE6FB89B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13" creationId="{CB5472F9-BCC0-08B8-9569-28F3034099F4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14" creationId="{7B2A4AD7-7AE0-FCAA-B546-1B5C3D75DF58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15" creationId="{D925AB52-B312-A81E-B84B-03D4DF27F076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19" creationId="{00000000-0000-0000-0000-000000000000}"/>
          </ac:spMkLst>
        </pc:spChg>
        <pc:spChg chg="mod">
          <ac:chgData name="Ng Chin Keong" userId="a88998ae-29c1-4c87-b66c-fb4fa5fe5cab" providerId="ADAL" clId="{11563AEE-CC24-4E0B-878F-D0DBFE976470}" dt="2024-01-11T07:23:32.432" v="74" actId="1036"/>
          <ac:spMkLst>
            <pc:docMk/>
            <pc:sldMk cId="2594539092" sldId="7226"/>
            <ac:spMk id="21" creationId="{2FC3ACF8-ED5F-AFDB-B063-22927BEE5370}"/>
          </ac:spMkLst>
        </pc:spChg>
        <pc:spChg chg="del">
          <ac:chgData name="Ng Chin Keong" userId="a88998ae-29c1-4c87-b66c-fb4fa5fe5cab" providerId="ADAL" clId="{11563AEE-CC24-4E0B-878F-D0DBFE976470}" dt="2024-01-11T07:23:22.786" v="41" actId="478"/>
          <ac:spMkLst>
            <pc:docMk/>
            <pc:sldMk cId="2594539092" sldId="7226"/>
            <ac:spMk id="23" creationId="{6DBE59A4-BF71-D4C6-103B-C6A418B4182E}"/>
          </ac:spMkLst>
        </pc:spChg>
        <pc:grpChg chg="mod">
          <ac:chgData name="Ng Chin Keong" userId="a88998ae-29c1-4c87-b66c-fb4fa5fe5cab" providerId="ADAL" clId="{11563AEE-CC24-4E0B-878F-D0DBFE976470}" dt="2024-01-11T07:23:32.432" v="74" actId="1036"/>
          <ac:grpSpMkLst>
            <pc:docMk/>
            <pc:sldMk cId="2594539092" sldId="7226"/>
            <ac:grpSpMk id="18" creationId="{00000000-0000-0000-0000-000000000000}"/>
          </ac:grpSpMkLst>
        </pc:grpChg>
        <pc:grpChg chg="mod">
          <ac:chgData name="Ng Chin Keong" userId="a88998ae-29c1-4c87-b66c-fb4fa5fe5cab" providerId="ADAL" clId="{11563AEE-CC24-4E0B-878F-D0DBFE976470}" dt="2024-01-11T07:23:32.432" v="74" actId="1036"/>
          <ac:grpSpMkLst>
            <pc:docMk/>
            <pc:sldMk cId="2594539092" sldId="7226"/>
            <ac:grpSpMk id="22" creationId="{00000000-0000-0000-0000-000000000000}"/>
          </ac:grpSpMkLst>
        </pc:grp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3" creationId="{00000000-0000-0000-0000-000000000000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4" creationId="{67F2B8FA-E482-A3DF-E92D-795E91810CB2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5" creationId="{11DC5251-16F5-EC1B-A2D7-372923503E0A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6" creationId="{0C5EF1CD-1199-F990-CDCD-C640FF2F7619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7" creationId="{05E676FE-0689-AC80-8E47-FBB5CEC972DD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16" creationId="{40FA9F03-C24D-34CC-D0B1-562C789652B3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24" creationId="{724FDB6F-2F62-3C43-EF84-C9ADA86140BA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25" creationId="{799FD17B-E683-FA82-3D2D-FDC018C3656E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26" creationId="{9214BEAC-FCBE-9AC7-9A71-673B04D7306B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28" creationId="{24AC5FA2-9630-5067-6058-705442ED6365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42" creationId="{52CE621D-E6DA-5F5E-2579-A54017FA507A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55" creationId="{52CE621D-E6DA-5F5E-2579-A54017FA507A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57" creationId="{00000000-0000-0000-0000-000000000000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58" creationId="{05FD053B-496F-57BE-DC60-12524C8057AD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59" creationId="{00000000-0000-0000-0000-000000000000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1028" creationId="{740BAFFD-8340-7D61-8615-A2012B757E69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1048" creationId="{638F2ADB-4B63-3170-CBA9-E75BD8BD176D}"/>
          </ac:picMkLst>
        </pc:picChg>
        <pc:picChg chg="mod">
          <ac:chgData name="Ng Chin Keong" userId="a88998ae-29c1-4c87-b66c-fb4fa5fe5cab" providerId="ADAL" clId="{11563AEE-CC24-4E0B-878F-D0DBFE976470}" dt="2024-01-11T07:23:32.432" v="74" actId="1036"/>
          <ac:picMkLst>
            <pc:docMk/>
            <pc:sldMk cId="2594539092" sldId="7226"/>
            <ac:picMk id="1050" creationId="{03036BA8-8115-8E0F-3E36-D4E61CC2E84F}"/>
          </ac:picMkLst>
        </pc:picChg>
        <pc:cxnChg chg="mod">
          <ac:chgData name="Ng Chin Keong" userId="a88998ae-29c1-4c87-b66c-fb4fa5fe5cab" providerId="ADAL" clId="{11563AEE-CC24-4E0B-878F-D0DBFE976470}" dt="2024-01-11T07:23:32.432" v="74" actId="1036"/>
          <ac:cxnSpMkLst>
            <pc:docMk/>
            <pc:sldMk cId="2594539092" sldId="7226"/>
            <ac:cxnSpMk id="56" creationId="{D747CE0A-13D9-1A6F-E626-F5B87FF90C22}"/>
          </ac:cxnSpMkLst>
        </pc:cxnChg>
      </pc:sldChg>
      <pc:sldChg chg="addSp modSp add del mod">
        <pc:chgData name="Ng Chin Keong" userId="a88998ae-29c1-4c87-b66c-fb4fa5fe5cab" providerId="ADAL" clId="{11563AEE-CC24-4E0B-878F-D0DBFE976470}" dt="2024-01-11T07:39:54.482" v="679" actId="47"/>
        <pc:sldMkLst>
          <pc:docMk/>
          <pc:sldMk cId="742735334" sldId="7229"/>
        </pc:sldMkLst>
        <pc:spChg chg="add mod">
          <ac:chgData name="Ng Chin Keong" userId="a88998ae-29c1-4c87-b66c-fb4fa5fe5cab" providerId="ADAL" clId="{11563AEE-CC24-4E0B-878F-D0DBFE976470}" dt="2024-01-11T07:26:07.405" v="108" actId="20577"/>
          <ac:spMkLst>
            <pc:docMk/>
            <pc:sldMk cId="742735334" sldId="7229"/>
            <ac:spMk id="3" creationId="{FE3DE5D1-21B5-A5C5-3BE7-6FDB31E02AAC}"/>
          </ac:spMkLst>
        </pc:spChg>
        <pc:spChg chg="add mod">
          <ac:chgData name="Ng Chin Keong" userId="a88998ae-29c1-4c87-b66c-fb4fa5fe5cab" providerId="ADAL" clId="{11563AEE-CC24-4E0B-878F-D0DBFE976470}" dt="2024-01-11T07:26:03.043" v="104" actId="20577"/>
          <ac:spMkLst>
            <pc:docMk/>
            <pc:sldMk cId="742735334" sldId="7229"/>
            <ac:spMk id="5" creationId="{50B7254F-D07B-8257-564C-17628432F499}"/>
          </ac:spMkLst>
        </pc:spChg>
        <pc:picChg chg="add mod">
          <ac:chgData name="Ng Chin Keong" userId="a88998ae-29c1-4c87-b66c-fb4fa5fe5cab" providerId="ADAL" clId="{11563AEE-CC24-4E0B-878F-D0DBFE976470}" dt="2024-01-11T07:26:33.958" v="110" actId="1076"/>
          <ac:picMkLst>
            <pc:docMk/>
            <pc:sldMk cId="742735334" sldId="7229"/>
            <ac:picMk id="6" creationId="{591BFE36-05BA-22DE-6ABA-DEB0EFDDA853}"/>
          </ac:picMkLst>
        </pc:picChg>
        <pc:picChg chg="add mod">
          <ac:chgData name="Ng Chin Keong" userId="a88998ae-29c1-4c87-b66c-fb4fa5fe5cab" providerId="ADAL" clId="{11563AEE-CC24-4E0B-878F-D0DBFE976470}" dt="2024-01-11T07:26:37.813" v="112" actId="1076"/>
          <ac:picMkLst>
            <pc:docMk/>
            <pc:sldMk cId="742735334" sldId="7229"/>
            <ac:picMk id="7" creationId="{631B9185-91B0-05CD-1B9D-FE0D4E68C406}"/>
          </ac:picMkLst>
        </pc:picChg>
        <pc:picChg chg="add mod">
          <ac:chgData name="Ng Chin Keong" userId="a88998ae-29c1-4c87-b66c-fb4fa5fe5cab" providerId="ADAL" clId="{11563AEE-CC24-4E0B-878F-D0DBFE976470}" dt="2024-01-11T07:26:42.231" v="114" actId="1076"/>
          <ac:picMkLst>
            <pc:docMk/>
            <pc:sldMk cId="742735334" sldId="7229"/>
            <ac:picMk id="8" creationId="{83FCF003-23BC-0BD4-59C3-0E4B01FD9198}"/>
          </ac:picMkLst>
        </pc:picChg>
        <pc:picChg chg="add mod">
          <ac:chgData name="Ng Chin Keong" userId="a88998ae-29c1-4c87-b66c-fb4fa5fe5cab" providerId="ADAL" clId="{11563AEE-CC24-4E0B-878F-D0DBFE976470}" dt="2024-01-11T07:26:56.678" v="118" actId="1076"/>
          <ac:picMkLst>
            <pc:docMk/>
            <pc:sldMk cId="742735334" sldId="7229"/>
            <ac:picMk id="9" creationId="{73665691-7EF4-F291-CD40-4D7946CBD63B}"/>
          </ac:picMkLst>
        </pc:picChg>
        <pc:picChg chg="add mod">
          <ac:chgData name="Ng Chin Keong" userId="a88998ae-29c1-4c87-b66c-fb4fa5fe5cab" providerId="ADAL" clId="{11563AEE-CC24-4E0B-878F-D0DBFE976470}" dt="2024-01-11T07:27:06.606" v="120" actId="1076"/>
          <ac:picMkLst>
            <pc:docMk/>
            <pc:sldMk cId="742735334" sldId="7229"/>
            <ac:picMk id="10" creationId="{5AD69CF2-0D51-428C-AB86-69E44CC4EA6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82E370-7CC8-4597-8DFF-95DCE69676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58176-68A8-4411-89C2-EA13050B1C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87A3A-3A46-423A-B615-D8CD489B6BAB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4B0D4-4015-4276-8DB7-52A6E7E35B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33085-9199-49B6-801F-429C1CAB5F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BAE09-34E9-4392-B6D6-59063056993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9323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F0EC178B-6532-D741-BB1D-C6F2E2FEBF52}" type="datetimeFigureOut">
              <a:rPr lang="en-US" smtClean="0"/>
              <a:pPr/>
              <a:t>1/11/2024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AA759650-762C-9343-8990-0901C80FC7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3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s</a:t>
            </a:r>
            <a:r>
              <a:rPr lang="en-US" baseline="0" dirty="0"/>
              <a:t>ome ECR have NETS button, some ECR have both NETS &amp; NETS QR button.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59650-762C-9343-8990-0901C80FC79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</a:t>
            </a:r>
            <a:r>
              <a:rPr lang="en-US" baseline="0" dirty="0"/>
              <a:t> hidden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59650-762C-9343-8990-0901C80FC79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TS_Cover_slide_Whit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19CA4BA-3913-BF45-972C-1C6E249B33A7}"/>
              </a:ext>
            </a:extLst>
          </p:cNvPr>
          <p:cNvGrpSpPr/>
          <p:nvPr userDrawn="1"/>
        </p:nvGrpSpPr>
        <p:grpSpPr>
          <a:xfrm>
            <a:off x="0" y="1"/>
            <a:ext cx="9144000" cy="5143500"/>
            <a:chOff x="0" y="4714453"/>
            <a:chExt cx="12191999" cy="4290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6974C6-B650-8C47-B7B4-C3EBDBD986A4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492069-B7B2-D54D-A2CE-FBA58230046C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B3A858-95AE-EF49-891B-B1CBE0B6EB89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itle 7">
            <a:extLst>
              <a:ext uri="{FF2B5EF4-FFF2-40B4-BE49-F238E27FC236}">
                <a16:creationId xmlns:a16="http://schemas.microsoft.com/office/drawing/2014/main" id="{B4941C5F-E1E9-A34A-AF9D-02741EC60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190066"/>
            <a:ext cx="3773533" cy="557874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3500"/>
              </a:lnSpc>
              <a:defRPr sz="4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6E7A27F-DFC3-F14A-B767-5EFDA955D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50375" y="2983512"/>
            <a:ext cx="3864973" cy="410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A68AE81-E96A-4E48-BF96-DABA3836D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538" y="321785"/>
            <a:ext cx="1753005" cy="571350"/>
          </a:xfrm>
          <a:prstGeom prst="rect">
            <a:avLst/>
          </a:prstGeom>
        </p:spPr>
      </p:pic>
      <p:sp>
        <p:nvSpPr>
          <p:cNvPr id="20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2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S_Cover_slide_image_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50E8E1EA-656C-BF47-AD9A-C1A39BB0D4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821715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0FDC23AD-8521-5944-B388-B4932C911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94" y="2113911"/>
            <a:ext cx="5096289" cy="155475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B358EE4-5EB0-4644-B56D-639659410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994" y="3737004"/>
            <a:ext cx="5096289" cy="410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8712AF-E9AC-3F4B-87B9-6EB6A1834B06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CBBFF9-1B8B-7A4F-BDEE-99FAC8FE78AC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3CF58BD-079D-BB41-8657-39D35074CA4E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E0A4E35-63AE-F344-9268-8CDD79A5EB5B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80C897D3-74DB-9143-8059-40EFA726B2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538" y="321785"/>
            <a:ext cx="1753005" cy="571350"/>
          </a:xfrm>
          <a:prstGeom prst="rect">
            <a:avLst/>
          </a:prstGeom>
        </p:spPr>
      </p:pic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79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S_Cover_slide_Whit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7">
            <a:extLst>
              <a:ext uri="{FF2B5EF4-FFF2-40B4-BE49-F238E27FC236}">
                <a16:creationId xmlns:a16="http://schemas.microsoft.com/office/drawing/2014/main" id="{2042346B-6E72-0345-8B2C-618CEBB3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01725"/>
            <a:ext cx="7886700" cy="557874"/>
          </a:xfrm>
          <a:prstGeom prst="rect">
            <a:avLst/>
          </a:prstGeom>
        </p:spPr>
        <p:txBody>
          <a:bodyPr anchor="ctr"/>
          <a:lstStyle>
            <a:lvl1pPr algn="l">
              <a:defRPr sz="36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EB5CD1-F2B9-2841-9723-936CB1FB69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49" y="3830456"/>
            <a:ext cx="7886700" cy="410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9CA4BA-3913-BF45-972C-1C6E249B33A7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6974C6-B650-8C47-B7B4-C3EBDBD986A4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492069-B7B2-D54D-A2CE-FBA58230046C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B3A858-95AE-EF49-891B-B1CBE0B6EB89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B5AD12EB-2EFE-6D4C-9D19-5749DA6F95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538" y="321785"/>
            <a:ext cx="1753005" cy="571350"/>
          </a:xfrm>
          <a:prstGeom prst="rect">
            <a:avLst/>
          </a:prstGeom>
        </p:spPr>
      </p:pic>
      <p:sp>
        <p:nvSpPr>
          <p:cNvPr id="10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4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S_Cover_slide_image_background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76614"/>
            <a:ext cx="9144000" cy="4166885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331B1-A2E3-4449-A203-C1004B13CA10}"/>
              </a:ext>
            </a:extLst>
          </p:cNvPr>
          <p:cNvSpPr/>
          <p:nvPr userDrawn="1"/>
        </p:nvSpPr>
        <p:spPr>
          <a:xfrm>
            <a:off x="-1" y="0"/>
            <a:ext cx="9144001" cy="976615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505731A-65DA-A74C-B37E-86B59658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94" y="2043110"/>
            <a:ext cx="5096289" cy="155475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7BA40D-4A41-3E47-8798-80A7175546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994" y="3666203"/>
            <a:ext cx="5096289" cy="410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Sub-title / Presenter Name</a:t>
            </a: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E6A6F8-3A93-5F49-8AD9-CF34E073C601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68DA72-EF33-A84B-959D-A2812642508B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AF3129-3741-E143-9CC9-B7CC781AB464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66D38A-1503-3940-9773-C8CD6DD24213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490C0C09-A979-AB4D-9DB4-75C24BF5F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39EC615-86BA-314A-8036-43EBD1F72675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7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ETS_content_page_whit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07976" y="120752"/>
            <a:ext cx="7226378" cy="625335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971918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0038" y="1479919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910907" y="971918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3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910907" y="1479919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518250" y="971918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518250" y="1479919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5116767" y="971918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116767" y="1479919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11757" y="971918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6711757" y="1479919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6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00038" y="2861043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66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300038" y="3369044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6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910907" y="2861043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07</a:t>
            </a:r>
          </a:p>
        </p:txBody>
      </p:sp>
      <p:sp>
        <p:nvSpPr>
          <p:cNvPr id="6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1910907" y="3369044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518250" y="2861043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08</a:t>
            </a:r>
          </a:p>
        </p:txBody>
      </p:sp>
      <p:sp>
        <p:nvSpPr>
          <p:cNvPr id="7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518250" y="3369044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5116767" y="2861043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09</a:t>
            </a:r>
          </a:p>
        </p:txBody>
      </p:sp>
      <p:sp>
        <p:nvSpPr>
          <p:cNvPr id="75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116767" y="3369044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11757" y="2861043"/>
            <a:ext cx="1516072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10</a:t>
            </a:r>
          </a:p>
        </p:txBody>
      </p:sp>
      <p:sp>
        <p:nvSpPr>
          <p:cNvPr id="78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6711757" y="3369044"/>
            <a:ext cx="1516072" cy="117475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175" indent="0">
              <a:buNone/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latin typeface="Source Sans Pro"/>
                <a:cs typeface="Source Sans Pro"/>
              </a:defRPr>
            </a:lvl3pPr>
            <a:lvl4pPr>
              <a:defRPr sz="1400">
                <a:latin typeface="Source Sans Pro"/>
                <a:cs typeface="Source Sans Pro"/>
              </a:defRPr>
            </a:lvl4pPr>
            <a:lvl5pPr>
              <a:defRPr sz="1400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Xxx</a:t>
            </a:r>
          </a:p>
          <a:p>
            <a:pPr lvl="1"/>
            <a:r>
              <a:rPr lang="en-US" dirty="0"/>
              <a:t>Xxx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74FDCD2-11D1-8A45-9B0A-1A002F3766EA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7AC2DF-D118-A341-99D9-5FEC818D5498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61BA4E0-A2AB-2146-8ACE-6AD8E7A3B475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DA37A30-1C4F-1347-8F31-00E009099AB4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0807CD20-3E1B-6F4F-B3CF-F9577AFB1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6F6745B7-FB6D-ED46-94C3-E7DEBE264861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399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ETS_divid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 userDrawn="1">
            <p:ph type="pic" sz="quarter" idx="14"/>
          </p:nvPr>
        </p:nvSpPr>
        <p:spPr>
          <a:xfrm>
            <a:off x="0" y="3693"/>
            <a:ext cx="9144000" cy="47715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Arial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EADE93CD-37DF-E343-A975-1AA1C847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99" y="2051131"/>
            <a:ext cx="8556603" cy="473831"/>
          </a:xfrm>
          <a:prstGeom prst="rect">
            <a:avLst/>
          </a:prstGeom>
        </p:spPr>
        <p:txBody>
          <a:bodyPr anchor="ctr"/>
          <a:lstStyle>
            <a:lvl1pPr algn="ctr">
              <a:defRPr sz="2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79472A9-7FF4-844C-8BB9-B7A54132F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699" y="2559140"/>
            <a:ext cx="8556603" cy="3975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title slide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B6D1FB-30FB-B34E-BC7E-D6D383C1D542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468D2E-9A88-A54E-8415-F360A9217DA4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0A5CCD-245A-614F-827A-706CEA23F3BF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E7D504E-955F-AC4F-B531-D49C42DCE8CB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2AA8E3-DF43-5640-8018-D01F352B9AF6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84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ETS_title_and_content_page_whit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97519" y="127000"/>
            <a:ext cx="7293842" cy="595313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97520" y="1146768"/>
            <a:ext cx="8532155" cy="3581335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864184A-DA03-4E44-9322-B89DB7CCB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1C6ABD0-4E40-2248-9996-EB517D67221F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162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ETS_title_and_content_page_white_1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97518" y="127000"/>
            <a:ext cx="7327520" cy="595313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97520" y="1146768"/>
            <a:ext cx="8532155" cy="3581335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A276B8-6E35-A849-B9D8-2CA268346902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D4CD2-12E3-C54A-88FA-E00A269B30B2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ECE956-6A9E-1D49-BD0A-6C497D7D2E9E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39C4EB-48C2-EE4B-B001-80180D7CD946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FF3AA72E-D2EE-684D-8BDF-96F0E1CACC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1C6ABD0-4E40-2248-9996-EB517D67221F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6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ETS_title_and_content_page_white_no_logo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BFA2FAC-3AAD-4646-8FD0-98FAA2F1B38E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74595B5-AFD1-4F4B-86AA-895AB823BE5F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EE5F1C6-66EB-EE42-BD51-FCAA113411BE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8174A17-40E6-8C49-B167-FA7E8D359143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2EAF80B9-DDAD-C745-98CC-333BA86B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21" y="127000"/>
            <a:ext cx="7463544" cy="595313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C7BFA829-0298-E348-9321-0B3FD6E41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520" y="998488"/>
            <a:ext cx="8532155" cy="354811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F861D9B-2083-3544-B814-E7DCAD13D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1D9DB2-B6B2-E34A-8EC9-4AEF1481CF0F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01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S_title_and_2column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520" y="1056617"/>
            <a:ext cx="4121820" cy="31395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724002" y="1056966"/>
            <a:ext cx="4123136" cy="31396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97520" y="127001"/>
            <a:ext cx="7471102" cy="595312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EAC73A-1239-7448-918A-1016EC5434A2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8D6971-A0B9-F445-A63D-F4382C73AAFC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25C600-8DD2-7E44-9790-D982CF155CF0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4F8EB6-59B4-BC4B-A13A-B1162D280554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C69CC69-A1F2-FD45-BC97-BC27DE6979BD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27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S_chart_layou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96864" y="908568"/>
            <a:ext cx="8532826" cy="285750"/>
          </a:xfrm>
          <a:prstGeom prst="rect">
            <a:avLst/>
          </a:prstGeom>
        </p:spPr>
        <p:txBody>
          <a:bodyPr/>
          <a:lstStyle>
            <a:lvl1pPr algn="ctr">
              <a:defRPr sz="140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0488" indent="0" algn="ctr">
              <a:buNone/>
              <a:defRPr sz="1400"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1"/>
          </p:nvPr>
        </p:nvSpPr>
        <p:spPr>
          <a:xfrm>
            <a:off x="297520" y="1262702"/>
            <a:ext cx="8532155" cy="308157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ZA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Click icon to add chart</a:t>
            </a:r>
            <a:endParaRPr lang="en-ZA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97519" y="127000"/>
            <a:ext cx="7168881" cy="595313"/>
          </a:xfrm>
          <a:prstGeom prst="rect">
            <a:avLst/>
          </a:prstGeom>
        </p:spPr>
        <p:txBody>
          <a:bodyPr anchor="ctr"/>
          <a:lstStyle>
            <a:lvl1pPr>
              <a:defRPr sz="24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FE6DCF-C7DB-2343-9196-4BD451257AC7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B8D5C2-C6D0-8141-B37A-0E822405F87A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49D2B2-FC05-F444-A039-46D3E6DF8ABD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55CA759-E8D7-FF46-BED5-A27EE2FBF7F1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EFEF2030-B272-C04B-8EC8-50F8A48E80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C9DA6C0-B5AD-084B-BE0E-E23443682596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16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NETS_content_pag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5E4FBA8E-F792-5B49-AC3F-6764FF3C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99" y="82932"/>
            <a:ext cx="8556603" cy="684909"/>
          </a:xfrm>
          <a:prstGeom prst="rect">
            <a:avLst/>
          </a:prstGeom>
        </p:spPr>
        <p:txBody>
          <a:bodyPr anchor="ctr"/>
          <a:lstStyle>
            <a:lvl1pPr algn="l">
              <a:defRPr sz="2400" b="1">
                <a:solidFill>
                  <a:srgbClr val="0046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C35067-E835-BD4F-A284-A2F4B755A850}"/>
              </a:ext>
            </a:extLst>
          </p:cNvPr>
          <p:cNvCxnSpPr/>
          <p:nvPr userDrawn="1"/>
        </p:nvCxnSpPr>
        <p:spPr>
          <a:xfrm flipV="1">
            <a:off x="5947767" y="2163319"/>
            <a:ext cx="0" cy="1547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E77D04-FEA0-9A48-99BB-44FA1E043D82}"/>
              </a:ext>
            </a:extLst>
          </p:cNvPr>
          <p:cNvCxnSpPr/>
          <p:nvPr userDrawn="1"/>
        </p:nvCxnSpPr>
        <p:spPr>
          <a:xfrm flipV="1">
            <a:off x="3246239" y="2163319"/>
            <a:ext cx="0" cy="1547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6F4426F-9472-8E42-9CE2-56032EEDBDF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80274" y="2381220"/>
            <a:ext cx="2030403" cy="2804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0046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12B08A3-6F0E-8345-9F2F-07D520785853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80274" y="2758774"/>
            <a:ext cx="2030391" cy="6891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376E8B7-2C49-5A43-A624-90D032310688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3581802" y="2381220"/>
            <a:ext cx="2030403" cy="2804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0046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0C68A706-386B-B54D-A68A-407C4C6E9C48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3581802" y="2758774"/>
            <a:ext cx="2030391" cy="6891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B89421A3-22D4-824A-BC46-312A99FDA7CA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6283317" y="2381220"/>
            <a:ext cx="2030403" cy="2804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0046A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CE424B62-5109-9841-8C42-5BD27006A9DD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6283317" y="2758774"/>
            <a:ext cx="2030391" cy="6891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22992596-9553-354E-9FA6-6A7BACE3514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696361" y="1808667"/>
            <a:ext cx="398215" cy="3493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74591AD2-2569-CF45-8D7D-E69A713170D1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397896" y="1808667"/>
            <a:ext cx="398215" cy="3493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A01C25AB-DBA1-3343-A29F-C393C26205A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7100193" y="1808667"/>
            <a:ext cx="398215" cy="3493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FE6DCF-C7DB-2343-9196-4BD451257AC7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B8D5C2-C6D0-8141-B37A-0E822405F87A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B49D2B2-FC05-F444-A039-46D3E6DF8ABD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55CA759-E8D7-FF46-BED5-A27EE2FBF7F1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Graphic 16">
            <a:extLst>
              <a:ext uri="{FF2B5EF4-FFF2-40B4-BE49-F238E27FC236}">
                <a16:creationId xmlns:a16="http://schemas.microsoft.com/office/drawing/2014/main" id="{EFEF2030-B272-C04B-8EC8-50F8A48E80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E7A7495-066D-5D49-A183-C552216930F2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045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ETS_content_page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CC2F59C1-FB59-6442-AD76-AEF04666F0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29506" y="0"/>
            <a:ext cx="5814494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0F3DA-0062-6342-AECB-F97E69FEAC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4651" y="573303"/>
            <a:ext cx="1000125" cy="1000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010EE3-E153-394E-A879-6872145A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82" y="1781741"/>
            <a:ext cx="2642461" cy="329795"/>
          </a:xfrm>
          <a:prstGeom prst="rect">
            <a:avLst/>
          </a:prstGeom>
        </p:spPr>
        <p:txBody>
          <a:bodyPr anchor="ctr"/>
          <a:lstStyle>
            <a:lvl1pPr algn="ctr"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274682-542E-EB4E-B888-5D496DB0A0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5438" y="2319849"/>
            <a:ext cx="2657475" cy="23998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44ADBE9-AA3C-5D45-BF54-EC42ACE635B8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180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NETS_content_page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">
            <a:extLst>
              <a:ext uri="{FF2B5EF4-FFF2-40B4-BE49-F238E27FC236}">
                <a16:creationId xmlns:a16="http://schemas.microsoft.com/office/drawing/2014/main" id="{835D2B04-2356-A640-8C36-BF74FA32E5E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0"/>
            <a:ext cx="3799285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D136005A-11B0-8D4E-9718-39BB0EC34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845" y="875278"/>
            <a:ext cx="4688830" cy="74768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A5EC964-4A3C-2F47-B937-C98A2869954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4140845" y="2359945"/>
            <a:ext cx="4688830" cy="21497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000"/>
            </a:lvl2pPr>
            <a:lvl3pPr algn="l">
              <a:defRPr sz="1000"/>
            </a:lvl3pPr>
            <a:lvl4pPr algn="l">
              <a:defRPr sz="1000"/>
            </a:lvl4pPr>
            <a:lvl5pPr algn="l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271EA18-F1C4-5445-BC6B-2E8E13F808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0845" y="1733332"/>
            <a:ext cx="4688830" cy="46600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title slide</a:t>
            </a:r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CBCB3A9-F18C-6C4E-9B1E-78853A87F9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68606A9-35C9-DE4A-857F-E8B8BFF9B87B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76AEF2-888A-6E4D-841F-F991ADB9F942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C56E34-98DB-2B48-A770-71436DCE550A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328460-AAF2-974C-9965-B058B42BED01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6A5D0EC-2868-0144-8D73-8EACF8CB125C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901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NETS_content_page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CC2F59C1-FB59-6442-AD76-AEF04666F0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9268" y="0"/>
            <a:ext cx="4734731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400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Lato Light" charset="0"/>
                <a:cs typeface="Arial" panose="020B0604020202020204" pitchFamily="34" charset="0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010EE3-E153-394E-A879-6872145A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482" y="1573428"/>
            <a:ext cx="2642461" cy="74768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274682-542E-EB4E-B888-5D496DB0A0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97438" y="2455702"/>
            <a:ext cx="2657475" cy="106653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B4DA557-7B08-5B4D-97DB-FC7E41E181F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061633" y="998277"/>
            <a:ext cx="3029919" cy="3493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000"/>
            </a:lvl2pPr>
            <a:lvl3pPr algn="l">
              <a:defRPr sz="1000"/>
            </a:lvl3pPr>
            <a:lvl4pPr algn="l">
              <a:defRPr sz="1000"/>
            </a:lvl4pPr>
            <a:lvl5pPr algn="l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7FFF4BF-46E3-B541-AA52-FAB53E3E10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1633" y="676904"/>
            <a:ext cx="3029919" cy="3493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E66BA0-BAB7-6644-9195-003A679DF78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1061633" y="2067660"/>
            <a:ext cx="3029919" cy="3493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000"/>
            </a:lvl2pPr>
            <a:lvl3pPr algn="l">
              <a:defRPr sz="1000"/>
            </a:lvl3pPr>
            <a:lvl4pPr algn="l">
              <a:defRPr sz="1000"/>
            </a:lvl4pPr>
            <a:lvl5pPr algn="l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2D8740A-EF16-4A4B-8561-0AFE570EC69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1061633" y="1746287"/>
            <a:ext cx="3029919" cy="3493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F91806EC-97C9-D043-B9CB-6602A30F2D9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61633" y="3138508"/>
            <a:ext cx="3029919" cy="3493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000"/>
            </a:lvl2pPr>
            <a:lvl3pPr algn="l">
              <a:defRPr sz="1000"/>
            </a:lvl3pPr>
            <a:lvl4pPr algn="l">
              <a:defRPr sz="1000"/>
            </a:lvl4pPr>
            <a:lvl5pPr algn="l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BDBDD5B-089E-2C47-B88F-38897DB817A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61633" y="2817135"/>
            <a:ext cx="3029919" cy="3493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D2093A-8E00-AD45-A11B-BFF744448A36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1061633" y="4215640"/>
            <a:ext cx="3029919" cy="3493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000"/>
            </a:lvl2pPr>
            <a:lvl3pPr algn="l">
              <a:defRPr sz="1000"/>
            </a:lvl3pPr>
            <a:lvl4pPr algn="l">
              <a:defRPr sz="1000"/>
            </a:lvl4pPr>
            <a:lvl5pPr algn="l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477112C-83CB-2B4D-913A-8D32CDC29EB1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1061633" y="3894267"/>
            <a:ext cx="3029919" cy="3493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2F982F2-3BB9-344E-A765-82A959FA3FC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387405" y="676905"/>
            <a:ext cx="534743" cy="3493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2D4BA41-426E-2046-9B18-1D5B9B503327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387405" y="1746288"/>
            <a:ext cx="534743" cy="3493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E0D3D9B8-9128-5D45-BFB7-90B2ADBF75A1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87405" y="2815671"/>
            <a:ext cx="534743" cy="3493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3E8DB06-0058-144F-B17F-9E476E611DF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387405" y="3894268"/>
            <a:ext cx="534743" cy="3493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4CE2F06-B41B-CD49-BB43-30F934A41715}"/>
              </a:ext>
            </a:extLst>
          </p:cNvPr>
          <p:cNvSpPr txBox="1">
            <a:spLocks/>
          </p:cNvSpPr>
          <p:nvPr userDrawn="1"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847090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379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ETS_title_and_content_page">
    <p:bg bwMode="ltGray"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CD74F2-4860-1340-B037-CC803D616127}"/>
              </a:ext>
            </a:extLst>
          </p:cNvPr>
          <p:cNvGrpSpPr/>
          <p:nvPr userDrawn="1"/>
        </p:nvGrpSpPr>
        <p:grpSpPr>
          <a:xfrm>
            <a:off x="0" y="4821715"/>
            <a:ext cx="9144000" cy="321785"/>
            <a:chOff x="0" y="4714453"/>
            <a:chExt cx="12191999" cy="42904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DFA9B0-B7F3-404E-A5F9-700A3E785611}"/>
                </a:ext>
              </a:extLst>
            </p:cNvPr>
            <p:cNvSpPr/>
            <p:nvPr/>
          </p:nvSpPr>
          <p:spPr>
            <a:xfrm>
              <a:off x="5621053" y="4714453"/>
              <a:ext cx="6570946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BF2A84-21C8-B64C-92E1-7CE43C8603D5}"/>
                </a:ext>
              </a:extLst>
            </p:cNvPr>
            <p:cNvSpPr/>
            <p:nvPr/>
          </p:nvSpPr>
          <p:spPr>
            <a:xfrm>
              <a:off x="3174087" y="4714453"/>
              <a:ext cx="2446965" cy="4290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4BB60A-4CD1-644E-8F2B-B5C35393474B}"/>
                </a:ext>
              </a:extLst>
            </p:cNvPr>
            <p:cNvSpPr/>
            <p:nvPr/>
          </p:nvSpPr>
          <p:spPr>
            <a:xfrm>
              <a:off x="0" y="4714453"/>
              <a:ext cx="3174088" cy="429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0E08F252-64F7-7448-9A25-AAB1B8C0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21" y="127000"/>
            <a:ext cx="7463544" cy="595313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CFA1F7A-B4CB-A04B-8563-86297921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520" y="998488"/>
            <a:ext cx="8532155" cy="3548111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l">
              <a:defRPr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B62AA6A-88C4-0D4A-85B7-FAAC1D934D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6206" y="257301"/>
            <a:ext cx="1036169" cy="33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8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2565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i="1">
                <a:solidFill>
                  <a:schemeClr val="tx1">
                    <a:tint val="7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915148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9895C5FD-1671-424F-BB03-6258F8D43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065" r:id="rId2"/>
    <p:sldLayoutId id="2147484111" r:id="rId3"/>
    <p:sldLayoutId id="2147484087" r:id="rId4"/>
    <p:sldLayoutId id="2147484044" r:id="rId5"/>
    <p:sldLayoutId id="2147484014" r:id="rId6"/>
    <p:sldLayoutId id="2147484045" r:id="rId7"/>
    <p:sldLayoutId id="2147484047" r:id="rId8"/>
    <p:sldLayoutId id="2147484091" r:id="rId9"/>
    <p:sldLayoutId id="2147483989" r:id="rId10"/>
    <p:sldLayoutId id="2147483993" r:id="rId11"/>
    <p:sldLayoutId id="2147484106" r:id="rId12"/>
    <p:sldLayoutId id="2147484098" r:id="rId13"/>
    <p:sldLayoutId id="2147484110" r:id="rId14"/>
    <p:sldLayoutId id="2147484104" r:id="rId15"/>
    <p:sldLayoutId id="2147484118" r:id="rId16"/>
  </p:sldLayoutIdLst>
  <p:hf sldNum="0" hdr="0" dt="0"/>
  <p:txStyles>
    <p:titleStyle>
      <a:lvl1pPr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None/>
        <a:defRPr sz="20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100"/>
        </a:spcAft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17780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88913" algn="l" defTabSz="914400" rtl="0" eaLnBrk="1" latinLnBrk="0" hangingPunct="1">
        <a:lnSpc>
          <a:spcPct val="114000"/>
        </a:lnSpc>
        <a:spcBef>
          <a:spcPts val="100"/>
        </a:spcBef>
        <a:spcAft>
          <a:spcPts val="200"/>
        </a:spcAft>
        <a:buFont typeface="Arial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85850" indent="-228600" algn="l" defTabSz="914400" rtl="0" eaLnBrk="1" latinLnBrk="0" hangingPunct="1">
        <a:lnSpc>
          <a:spcPct val="114000"/>
        </a:lnSpc>
        <a:spcBef>
          <a:spcPts val="100"/>
        </a:spcBef>
        <a:spcAft>
          <a:spcPts val="40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43038" indent="-173038" algn="l" defTabSz="914400" rtl="0" eaLnBrk="1" latinLnBrk="0" hangingPunct="1">
        <a:lnSpc>
          <a:spcPct val="114000"/>
        </a:lnSpc>
        <a:spcBef>
          <a:spcPts val="100"/>
        </a:spcBef>
        <a:spcAft>
          <a:spcPts val="600"/>
        </a:spcAft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18.png"/><Relationship Id="rId3" Type="http://schemas.openxmlformats.org/officeDocument/2006/relationships/image" Target="../media/image7.png"/><Relationship Id="rId21" Type="http://schemas.microsoft.com/office/2007/relationships/hdphoto" Target="../media/hdphoto6.wdp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microsoft.com/office/2007/relationships/hdphoto" Target="../media/hdphoto4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24" Type="http://schemas.microsoft.com/office/2007/relationships/hdphoto" Target="../media/hdphoto7.wdp"/><Relationship Id="rId5" Type="http://schemas.openxmlformats.org/officeDocument/2006/relationships/image" Target="../media/image8.png"/><Relationship Id="rId15" Type="http://schemas.microsoft.com/office/2007/relationships/hdphoto" Target="../media/hdphoto3.wdp"/><Relationship Id="rId23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microsoft.com/office/2007/relationships/hdphoto" Target="../media/hdphoto5.wdp"/><Relationship Id="rId4" Type="http://schemas.microsoft.com/office/2007/relationships/hdphoto" Target="../media/hdphoto1.wdp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6C99-45EC-406F-B697-2E52BF74D82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Electronic Cash Register (ECR) &amp; Terminal Flow</a:t>
            </a:r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383B91E-81E8-2842-871A-FC9DF38A46C9}"/>
              </a:ext>
            </a:extLst>
          </p:cNvPr>
          <p:cNvSpPr txBox="1">
            <a:spLocks/>
          </p:cNvSpPr>
          <p:nvPr/>
        </p:nvSpPr>
        <p:spPr>
          <a:xfrm>
            <a:off x="8525769" y="4874905"/>
            <a:ext cx="456307" cy="176212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77800" algn="l" defTabSz="914400" rtl="0" eaLnBrk="1" latinLnBrk="0" hangingPunct="1">
              <a:lnSpc>
                <a:spcPct val="114000"/>
              </a:lnSpc>
              <a:spcBef>
                <a:spcPts val="200"/>
              </a:spcBef>
              <a:spcAft>
                <a:spcPts val="400"/>
              </a:spcAft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88913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200"/>
              </a:spcAft>
              <a:buFont typeface="Arial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4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3038" indent="-173038" algn="l" defTabSz="914400" rtl="0" eaLnBrk="1" latinLnBrk="0" hangingPunct="1">
              <a:lnSpc>
                <a:spcPct val="114000"/>
              </a:lnSpc>
              <a:spcBef>
                <a:spcPts val="100"/>
              </a:spcBef>
              <a:spcAft>
                <a:spcPts val="600"/>
              </a:spcAft>
              <a:buFont typeface="Arial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100"/>
              </a:spcAft>
              <a:buClrTx/>
              <a:buSzTx/>
              <a:buFont typeface="Arial" pitchFamily="34" charset="0"/>
              <a:buNone/>
              <a:tabLst/>
              <a:defRPr/>
            </a:pPr>
            <a:fld id="{A38CA123-E355-3C41-A0E9-84A0C74A70C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600"/>
                </a:spcBef>
                <a:spcAft>
                  <a:spcPts val="10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1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07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78948" y="34348"/>
            <a:ext cx="7964166" cy="595313"/>
          </a:xfrm>
        </p:spPr>
        <p:txBody>
          <a:bodyPr/>
          <a:lstStyle/>
          <a:p>
            <a:r>
              <a:rPr lang="en-SG" dirty="0">
                <a:solidFill>
                  <a:schemeClr val="tx1"/>
                </a:solidFill>
              </a:rPr>
              <a:t>Payment Flow for NETS QR on ECR/POS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362" y="991173"/>
            <a:ext cx="1130071" cy="1535679"/>
          </a:xfrm>
          <a:prstGeom prst="rect">
            <a:avLst/>
          </a:prstGeom>
        </p:spPr>
      </p:pic>
      <p:pic>
        <p:nvPicPr>
          <p:cNvPr id="138" name="Picture 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525" y="1026285"/>
            <a:ext cx="1138320" cy="1524853"/>
          </a:xfrm>
          <a:prstGeom prst="rect">
            <a:avLst/>
          </a:prstGeom>
        </p:spPr>
      </p:pic>
      <p:sp>
        <p:nvSpPr>
          <p:cNvPr id="142" name="Oval 141"/>
          <p:cNvSpPr/>
          <p:nvPr/>
        </p:nvSpPr>
        <p:spPr>
          <a:xfrm>
            <a:off x="82502" y="799234"/>
            <a:ext cx="274516" cy="188969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SG"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437350" y="1029971"/>
            <a:ext cx="2347076" cy="1591052"/>
            <a:chOff x="3626084" y="2863507"/>
            <a:chExt cx="2604241" cy="1892474"/>
          </a:xfrm>
        </p:grpSpPr>
        <p:sp>
          <p:nvSpPr>
            <p:cNvPr id="64" name="Rectangle 63"/>
            <p:cNvSpPr/>
            <p:nvPr/>
          </p:nvSpPr>
          <p:spPr>
            <a:xfrm>
              <a:off x="3626084" y="2863507"/>
              <a:ext cx="2604240" cy="189247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626084" y="4163047"/>
              <a:ext cx="1417193" cy="592934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lIns="0" tIns="0" rIns="0" bIns="0" rtlCol="0" anchor="t" anchorCtr="0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 Sub Total        $9.00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 GST                  $1.00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 TOTAL            $10.00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656806" y="2898356"/>
              <a:ext cx="1410565" cy="106707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 anchorCtr="0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 Meat Item       $5.00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 Drink Item       $1.50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 Coffee Can      $2.00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 Snacks              $0.50</a:t>
              </a: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5083853" y="3164506"/>
              <a:ext cx="1146472" cy="998541"/>
              <a:chOff x="1775217" y="2597006"/>
              <a:chExt cx="967983" cy="914400"/>
            </a:xfrm>
          </p:grpSpPr>
          <p:sp>
            <p:nvSpPr>
              <p:cNvPr id="69" name="Rectangle 68"/>
              <p:cNvSpPr/>
              <p:nvPr/>
            </p:nvSpPr>
            <p:spPr>
              <a:xfrm>
                <a:off x="1775217" y="28256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2097878" y="28256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2420539" y="28256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1775217" y="25970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7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2097878" y="25970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2420539" y="25970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9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1775217" y="30542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097878" y="30542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2420539" y="30542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1775217" y="32828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097878" y="32828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2420539" y="3282806"/>
                <a:ext cx="322661" cy="2286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</a:p>
            </p:txBody>
          </p:sp>
        </p:grpSp>
        <p:sp>
          <p:nvSpPr>
            <p:cNvPr id="68" name="Rectangle 67"/>
            <p:cNvSpPr/>
            <p:nvPr/>
          </p:nvSpPr>
          <p:spPr>
            <a:xfrm>
              <a:off x="5083852" y="2863507"/>
              <a:ext cx="1146472" cy="30099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$10.00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1755389" y="2173800"/>
            <a:ext cx="480714" cy="157246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67025" y="2173800"/>
            <a:ext cx="480714" cy="157246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800" b="1" kern="0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OTHER</a:t>
            </a:r>
            <a:endParaRPr kumimoji="0" lang="en-SG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755390" y="2392846"/>
            <a:ext cx="480714" cy="157246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NETS QR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67025" y="2395186"/>
            <a:ext cx="480714" cy="157246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CASH</a:t>
            </a:r>
          </a:p>
        </p:txBody>
      </p:sp>
      <p:sp>
        <p:nvSpPr>
          <p:cNvPr id="85" name="Oval 84"/>
          <p:cNvSpPr/>
          <p:nvPr/>
        </p:nvSpPr>
        <p:spPr>
          <a:xfrm>
            <a:off x="1761065" y="2383088"/>
            <a:ext cx="445420" cy="161304"/>
          </a:xfrm>
          <a:prstGeom prst="ellips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761065" y="2179499"/>
            <a:ext cx="445420" cy="161304"/>
          </a:xfrm>
          <a:prstGeom prst="ellips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545301" y="2210471"/>
            <a:ext cx="980092" cy="238603"/>
          </a:xfrm>
          <a:prstGeom prst="ellips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9A61D-C30D-F720-6CFD-69BCFA5E1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357" y="3133734"/>
            <a:ext cx="1016894" cy="1455248"/>
          </a:xfrm>
          <a:prstGeom prst="rect">
            <a:avLst/>
          </a:prstGeom>
        </p:spPr>
      </p:pic>
      <p:sp>
        <p:nvSpPr>
          <p:cNvPr id="6" name="Right Arrow 54">
            <a:extLst>
              <a:ext uri="{FF2B5EF4-FFF2-40B4-BE49-F238E27FC236}">
                <a16:creationId xmlns:a16="http://schemas.microsoft.com/office/drawing/2014/main" id="{5EF03AF1-8406-78B9-D755-BC581600A95F}"/>
              </a:ext>
            </a:extLst>
          </p:cNvPr>
          <p:cNvSpPr/>
          <p:nvPr/>
        </p:nvSpPr>
        <p:spPr>
          <a:xfrm>
            <a:off x="2845589" y="3505971"/>
            <a:ext cx="540262" cy="409959"/>
          </a:xfrm>
          <a:prstGeom prst="rightArrow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63015E-3D20-8448-16B5-1AF416B87A36}"/>
              </a:ext>
            </a:extLst>
          </p:cNvPr>
          <p:cNvSpPr/>
          <p:nvPr/>
        </p:nvSpPr>
        <p:spPr>
          <a:xfrm>
            <a:off x="95642" y="2781834"/>
            <a:ext cx="300990" cy="221347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SG"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F2AE5F-EAB2-72F5-7500-06E8BA70A718}"/>
              </a:ext>
            </a:extLst>
          </p:cNvPr>
          <p:cNvSpPr txBox="1"/>
          <p:nvPr/>
        </p:nvSpPr>
        <p:spPr>
          <a:xfrm>
            <a:off x="3129279" y="2764568"/>
            <a:ext cx="1739675" cy="21544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SG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ROADMAP TERMINAL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A01C4E-D0F7-6ADB-E05F-98BEE406AA7F}"/>
              </a:ext>
            </a:extLst>
          </p:cNvPr>
          <p:cNvGrpSpPr/>
          <p:nvPr/>
        </p:nvGrpSpPr>
        <p:grpSpPr>
          <a:xfrm>
            <a:off x="447000" y="3068560"/>
            <a:ext cx="2134190" cy="1408906"/>
            <a:chOff x="465544" y="568759"/>
            <a:chExt cx="2747992" cy="205621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2413C8-FA7D-CB91-E1FF-57136000B0F8}"/>
                </a:ext>
              </a:extLst>
            </p:cNvPr>
            <p:cNvGrpSpPr/>
            <p:nvPr/>
          </p:nvGrpSpPr>
          <p:grpSpPr>
            <a:xfrm>
              <a:off x="465544" y="568759"/>
              <a:ext cx="2747992" cy="2056218"/>
              <a:chOff x="3626084" y="2863507"/>
              <a:chExt cx="2604241" cy="189247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883C60A-FFB3-1D56-BFAE-C7C84FE0F798}"/>
                  </a:ext>
                </a:extLst>
              </p:cNvPr>
              <p:cNvSpPr/>
              <p:nvPr/>
            </p:nvSpPr>
            <p:spPr>
              <a:xfrm>
                <a:off x="3626084" y="2863507"/>
                <a:ext cx="2604240" cy="1892474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SG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20D4E4D-C0FE-4F30-FC3E-777F634B91FC}"/>
                  </a:ext>
                </a:extLst>
              </p:cNvPr>
              <p:cNvSpPr/>
              <p:nvPr/>
            </p:nvSpPr>
            <p:spPr>
              <a:xfrm>
                <a:off x="3626084" y="4163047"/>
                <a:ext cx="1417193" cy="592934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lIns="0" tIns="0" rIns="0" bIns="0" rtlCol="0" anchor="t" anchorCtr="0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Sub Total        $9.00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GST                  $1.00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TOTAL            $10.00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A9D418A-D5E8-2768-5ED9-C8F5ADB9FDD8}"/>
                  </a:ext>
                </a:extLst>
              </p:cNvPr>
              <p:cNvSpPr/>
              <p:nvPr/>
            </p:nvSpPr>
            <p:spPr>
              <a:xfrm>
                <a:off x="3656806" y="2898356"/>
                <a:ext cx="1410565" cy="1067076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 anchorCtr="0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Meat Item       $5.00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Drink Item       $1.50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Coffee Can      $2.00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 Snacks              $0.50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BE08322-8EAF-56A5-991F-0949D7A9545C}"/>
                  </a:ext>
                </a:extLst>
              </p:cNvPr>
              <p:cNvGrpSpPr/>
              <p:nvPr/>
            </p:nvGrpSpPr>
            <p:grpSpPr>
              <a:xfrm>
                <a:off x="5083853" y="3164506"/>
                <a:ext cx="1146472" cy="998541"/>
                <a:chOff x="1775217" y="2597006"/>
                <a:chExt cx="967983" cy="914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E04AA7D-368B-75EF-D6DD-A1BCCDF9EA4B}"/>
                    </a:ext>
                  </a:extLst>
                </p:cNvPr>
                <p:cNvSpPr/>
                <p:nvPr/>
              </p:nvSpPr>
              <p:spPr>
                <a:xfrm>
                  <a:off x="1775217" y="28256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4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F592717-FEAA-EE27-BC64-8702AB9FD493}"/>
                    </a:ext>
                  </a:extLst>
                </p:cNvPr>
                <p:cNvSpPr/>
                <p:nvPr/>
              </p:nvSpPr>
              <p:spPr>
                <a:xfrm>
                  <a:off x="2097878" y="28256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5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8A79AC-50B4-E9BD-8F15-B09BFB6D0D25}"/>
                    </a:ext>
                  </a:extLst>
                </p:cNvPr>
                <p:cNvSpPr/>
                <p:nvPr/>
              </p:nvSpPr>
              <p:spPr>
                <a:xfrm>
                  <a:off x="2420539" y="28256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6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3593D01-9FB4-B802-3A80-BB46BEF95FE5}"/>
                    </a:ext>
                  </a:extLst>
                </p:cNvPr>
                <p:cNvSpPr/>
                <p:nvPr/>
              </p:nvSpPr>
              <p:spPr>
                <a:xfrm>
                  <a:off x="1775217" y="25970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7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CC68C0B-A29A-6F07-56A0-BACE7CF340DE}"/>
                    </a:ext>
                  </a:extLst>
                </p:cNvPr>
                <p:cNvSpPr/>
                <p:nvPr/>
              </p:nvSpPr>
              <p:spPr>
                <a:xfrm>
                  <a:off x="2097878" y="25970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8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CD22DFAD-1E13-592B-8E11-130D261FDBB1}"/>
                    </a:ext>
                  </a:extLst>
                </p:cNvPr>
                <p:cNvSpPr/>
                <p:nvPr/>
              </p:nvSpPr>
              <p:spPr>
                <a:xfrm>
                  <a:off x="2420539" y="25970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9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5A3512E-0FA5-FA88-8A31-9D3F0C90FB13}"/>
                    </a:ext>
                  </a:extLst>
                </p:cNvPr>
                <p:cNvSpPr/>
                <p:nvPr/>
              </p:nvSpPr>
              <p:spPr>
                <a:xfrm>
                  <a:off x="1775217" y="30542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538624B0-6B48-BA08-B475-175AB832048C}"/>
                    </a:ext>
                  </a:extLst>
                </p:cNvPr>
                <p:cNvSpPr/>
                <p:nvPr/>
              </p:nvSpPr>
              <p:spPr>
                <a:xfrm>
                  <a:off x="2097878" y="30542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93210BE-F427-6464-AAF6-97DE7E55B6D3}"/>
                    </a:ext>
                  </a:extLst>
                </p:cNvPr>
                <p:cNvSpPr/>
                <p:nvPr/>
              </p:nvSpPr>
              <p:spPr>
                <a:xfrm>
                  <a:off x="2420539" y="30542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3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A141196-6F9F-BB1C-EC3A-9893698DA099}"/>
                    </a:ext>
                  </a:extLst>
                </p:cNvPr>
                <p:cNvSpPr/>
                <p:nvPr/>
              </p:nvSpPr>
              <p:spPr>
                <a:xfrm>
                  <a:off x="1775217" y="32828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0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67AD693-53ED-4211-3174-795BA7D73000}"/>
                    </a:ext>
                  </a:extLst>
                </p:cNvPr>
                <p:cNvSpPr/>
                <p:nvPr/>
              </p:nvSpPr>
              <p:spPr>
                <a:xfrm>
                  <a:off x="2097878" y="32828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0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CB7DA287-AF0B-6E3D-EC1B-4102697DF833}"/>
                    </a:ext>
                  </a:extLst>
                </p:cNvPr>
                <p:cNvSpPr/>
                <p:nvPr/>
              </p:nvSpPr>
              <p:spPr>
                <a:xfrm>
                  <a:off x="2420539" y="3282806"/>
                  <a:ext cx="322661" cy="22860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4F81B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SG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A8216D3-CF04-EE7B-7EC6-F4C942D7CCBC}"/>
                  </a:ext>
                </a:extLst>
              </p:cNvPr>
              <p:cNvSpPr/>
              <p:nvPr/>
            </p:nvSpPr>
            <p:spPr>
              <a:xfrm>
                <a:off x="5083852" y="2863507"/>
                <a:ext cx="1146472" cy="300999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$10.00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88C3D0-5AE3-4C25-8594-6E2555E72D5F}"/>
                </a:ext>
              </a:extLst>
            </p:cNvPr>
            <p:cNvSpPr/>
            <p:nvPr/>
          </p:nvSpPr>
          <p:spPr>
            <a:xfrm>
              <a:off x="2008724" y="2047002"/>
              <a:ext cx="562827" cy="203219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NETS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5C28DC-95A2-3D4B-B1C7-2C948D22E5D5}"/>
                </a:ext>
              </a:extLst>
            </p:cNvPr>
            <p:cNvSpPr/>
            <p:nvPr/>
          </p:nvSpPr>
          <p:spPr>
            <a:xfrm>
              <a:off x="2607756" y="2047002"/>
              <a:ext cx="562827" cy="203219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SG" sz="800" b="1" kern="0" dirty="0">
                  <a:solidFill>
                    <a:prstClr val="white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OTHER</a:t>
              </a:r>
              <a:endParaRPr kumimoji="0" lang="en-SG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18FC7F-F58C-3093-B0EB-68A6A9DCA676}"/>
                </a:ext>
              </a:extLst>
            </p:cNvPr>
            <p:cNvSpPr/>
            <p:nvPr/>
          </p:nvSpPr>
          <p:spPr>
            <a:xfrm>
              <a:off x="2008725" y="2330089"/>
              <a:ext cx="562827" cy="203219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NETS QR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4BF34F-1B5B-C8C3-97D5-4326C660A76D}"/>
                </a:ext>
              </a:extLst>
            </p:cNvPr>
            <p:cNvSpPr/>
            <p:nvPr/>
          </p:nvSpPr>
          <p:spPr>
            <a:xfrm>
              <a:off x="2607756" y="2333114"/>
              <a:ext cx="562827" cy="203219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CASH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022A06D-D668-57DA-6520-F0D88F5C3C05}"/>
                </a:ext>
              </a:extLst>
            </p:cNvPr>
            <p:cNvSpPr/>
            <p:nvPr/>
          </p:nvSpPr>
          <p:spPr>
            <a:xfrm>
              <a:off x="2015370" y="2317479"/>
              <a:ext cx="521504" cy="208463"/>
            </a:xfrm>
            <a:prstGeom prst="ellipse">
              <a:avLst/>
            </a:prstGeom>
            <a:noFill/>
            <a:ln w="254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172130D-E737-4FA8-DB3B-4726FB0B7D3C}"/>
              </a:ext>
            </a:extLst>
          </p:cNvPr>
          <p:cNvSpPr txBox="1"/>
          <p:nvPr/>
        </p:nvSpPr>
        <p:spPr>
          <a:xfrm>
            <a:off x="458631" y="2761842"/>
            <a:ext cx="2657102" cy="21544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SG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POS/ECR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5560A0-4EEE-8427-9D86-E75964F9D74F}"/>
              </a:ext>
            </a:extLst>
          </p:cNvPr>
          <p:cNvSpPr txBox="1"/>
          <p:nvPr/>
        </p:nvSpPr>
        <p:spPr>
          <a:xfrm>
            <a:off x="3105262" y="751358"/>
            <a:ext cx="3193938" cy="21544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SG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ROADMAP TERMINAL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B2D227-DB31-D847-00A9-40E30601DC9E}"/>
              </a:ext>
            </a:extLst>
          </p:cNvPr>
          <p:cNvSpPr txBox="1"/>
          <p:nvPr/>
        </p:nvSpPr>
        <p:spPr>
          <a:xfrm>
            <a:off x="402589" y="751599"/>
            <a:ext cx="2657102" cy="21544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SG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POS/ECR </a:t>
            </a:r>
          </a:p>
        </p:txBody>
      </p:sp>
      <p:sp>
        <p:nvSpPr>
          <p:cNvPr id="40" name="Right Arrow 54">
            <a:extLst>
              <a:ext uri="{FF2B5EF4-FFF2-40B4-BE49-F238E27FC236}">
                <a16:creationId xmlns:a16="http://schemas.microsoft.com/office/drawing/2014/main" id="{DD82A1A2-AC61-3470-AC46-8E8A576823B5}"/>
              </a:ext>
            </a:extLst>
          </p:cNvPr>
          <p:cNvSpPr/>
          <p:nvPr/>
        </p:nvSpPr>
        <p:spPr>
          <a:xfrm>
            <a:off x="2884240" y="1630224"/>
            <a:ext cx="540262" cy="409959"/>
          </a:xfrm>
          <a:prstGeom prst="rightArrow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ight Arrow 54">
            <a:extLst>
              <a:ext uri="{FF2B5EF4-FFF2-40B4-BE49-F238E27FC236}">
                <a16:creationId xmlns:a16="http://schemas.microsoft.com/office/drawing/2014/main" id="{5D185DD4-9011-CE48-1F82-9CC46B58CCDE}"/>
              </a:ext>
            </a:extLst>
          </p:cNvPr>
          <p:cNvSpPr/>
          <p:nvPr/>
        </p:nvSpPr>
        <p:spPr>
          <a:xfrm>
            <a:off x="4637346" y="1630223"/>
            <a:ext cx="540262" cy="409959"/>
          </a:xfrm>
          <a:prstGeom prst="rightArrow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80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1408-A6BA-2CED-D1C8-EBFBB4D9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NETS Terminal</a:t>
            </a:r>
            <a:endParaRPr lang="en-SG" sz="1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7F2B8FA-E482-A3DF-E92D-795E91810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88" b="99740" l="5915" r="8985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85" t="4291" r="10580" b="1587"/>
          <a:stretch/>
        </p:blipFill>
        <p:spPr bwMode="auto">
          <a:xfrm>
            <a:off x="4930118" y="1883765"/>
            <a:ext cx="649790" cy="778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676FE-0689-AC80-8E47-FBB5CEC972D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00" b="98222" l="20889" r="83111"/>
                    </a14:imgEffect>
                  </a14:imgLayer>
                </a14:imgProps>
              </a:ext>
            </a:extLst>
          </a:blip>
          <a:srcRect l="20773" t="3306" r="17450" b="2051"/>
          <a:stretch/>
        </p:blipFill>
        <p:spPr>
          <a:xfrm>
            <a:off x="8042081" y="1883765"/>
            <a:ext cx="560138" cy="858133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FF399E-CFED-1235-01A0-1A4DDF9C6766}"/>
              </a:ext>
            </a:extLst>
          </p:cNvPr>
          <p:cNvSpPr txBox="1"/>
          <p:nvPr/>
        </p:nvSpPr>
        <p:spPr>
          <a:xfrm>
            <a:off x="6117667" y="2932969"/>
            <a:ext cx="1500867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/ Desktop</a:t>
            </a:r>
          </a:p>
          <a:p>
            <a:pPr algn="ctr"/>
            <a:endParaRPr lang="en-SG" sz="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SG" sz="800" b="1" dirty="0">
                <a:latin typeface="Calibri" panose="020F0502020204030204" pitchFamily="34" charset="0"/>
                <a:cs typeface="Calibri" panose="020F0502020204030204" pitchFamily="34" charset="0"/>
              </a:rPr>
              <a:t>PAX 920pro</a:t>
            </a:r>
          </a:p>
          <a:p>
            <a:pPr algn="ctr"/>
            <a:r>
              <a:rPr lang="en-SG" sz="600" dirty="0">
                <a:latin typeface="Calibri" panose="020F0502020204030204" pitchFamily="34" charset="0"/>
                <a:cs typeface="Calibri" panose="020F0502020204030204" pitchFamily="34" charset="0"/>
              </a:rPr>
              <a:t>Portable, with printer and all-in-one android device with stable connections through cradle.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3551C-6D7C-2733-88FB-F4CB14B5E265}"/>
              </a:ext>
            </a:extLst>
          </p:cNvPr>
          <p:cNvSpPr txBox="1"/>
          <p:nvPr/>
        </p:nvSpPr>
        <p:spPr>
          <a:xfrm>
            <a:off x="3226837" y="2934010"/>
            <a:ext cx="1500867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/ Desktop</a:t>
            </a:r>
          </a:p>
          <a:p>
            <a:pPr algn="ctr"/>
            <a:endParaRPr lang="en-SG" sz="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SG" sz="800" b="1" dirty="0">
                <a:latin typeface="Calibri" panose="020F0502020204030204" pitchFamily="34" charset="0"/>
                <a:cs typeface="Calibri" panose="020F0502020204030204" pitchFamily="34" charset="0"/>
              </a:rPr>
              <a:t>Castle S1000F</a:t>
            </a:r>
          </a:p>
          <a:p>
            <a:pPr algn="ctr"/>
            <a:r>
              <a:rPr lang="en-SG" sz="600" dirty="0">
                <a:latin typeface="Calibri" panose="020F0502020204030204" pitchFamily="34" charset="0"/>
                <a:cs typeface="Calibri" panose="020F0502020204030204" pitchFamily="34" charset="0"/>
              </a:rPr>
              <a:t>Go-to portable, large screen, and mobile all-in-one android device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FC1E0-67F6-A089-4332-D97D56C09B1F}"/>
              </a:ext>
            </a:extLst>
          </p:cNvPr>
          <p:cNvSpPr txBox="1"/>
          <p:nvPr/>
        </p:nvSpPr>
        <p:spPr>
          <a:xfrm>
            <a:off x="111219" y="2940346"/>
            <a:ext cx="150086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Desktop</a:t>
            </a:r>
          </a:p>
          <a:p>
            <a:pPr algn="ctr"/>
            <a:endParaRPr lang="en-SG" sz="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SG" sz="800" b="1" dirty="0">
                <a:latin typeface="Calibri" panose="020F0502020204030204" pitchFamily="34" charset="0"/>
                <a:cs typeface="Calibri" panose="020F0502020204030204" pitchFamily="34" charset="0"/>
              </a:rPr>
              <a:t>Ingenico DESK5000</a:t>
            </a:r>
          </a:p>
          <a:p>
            <a:pPr algn="ctr"/>
            <a:r>
              <a:rPr lang="en-SG" sz="600" dirty="0">
                <a:latin typeface="Calibri" panose="020F0502020204030204" pitchFamily="34" charset="0"/>
                <a:cs typeface="Calibri" panose="020F0502020204030204" pitchFamily="34" charset="0"/>
              </a:rPr>
              <a:t>Standalone countertop with added printer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BE799-D5BB-CD26-2CC8-29EF04031919}"/>
              </a:ext>
            </a:extLst>
          </p:cNvPr>
          <p:cNvSpPr txBox="1"/>
          <p:nvPr/>
        </p:nvSpPr>
        <p:spPr>
          <a:xfrm>
            <a:off x="4585125" y="2939305"/>
            <a:ext cx="1500867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Unattended / Kiosk</a:t>
            </a:r>
          </a:p>
          <a:p>
            <a:pPr algn="ctr"/>
            <a:endParaRPr lang="en-SG" sz="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SG" sz="800" b="1" dirty="0">
                <a:latin typeface="Calibri" panose="020F0502020204030204" pitchFamily="34" charset="0"/>
                <a:cs typeface="Calibri" panose="020F0502020204030204" pitchFamily="34" charset="0"/>
              </a:rPr>
              <a:t>Castle UPT1000F</a:t>
            </a:r>
          </a:p>
          <a:p>
            <a:pPr algn="ctr"/>
            <a:r>
              <a:rPr lang="en-SG" sz="600" dirty="0">
                <a:latin typeface="Calibri" panose="020F0502020204030204" pitchFamily="34" charset="0"/>
                <a:cs typeface="Calibri" panose="020F0502020204030204" pitchFamily="34" charset="0"/>
              </a:rPr>
              <a:t>Self-service and contactless for quick tap and pay.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D49D9-BCB3-3CB1-ACAE-FAD2FE6FB89B}"/>
              </a:ext>
            </a:extLst>
          </p:cNvPr>
          <p:cNvSpPr txBox="1"/>
          <p:nvPr/>
        </p:nvSpPr>
        <p:spPr>
          <a:xfrm>
            <a:off x="7491161" y="2932495"/>
            <a:ext cx="1500867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Unattended / Kiosk</a:t>
            </a:r>
          </a:p>
          <a:p>
            <a:pPr algn="ctr"/>
            <a:endParaRPr lang="en-SG" sz="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SG" sz="800" b="1" dirty="0">
                <a:latin typeface="Calibri" panose="020F0502020204030204" pitchFamily="34" charset="0"/>
                <a:cs typeface="Calibri" panose="020F0502020204030204" pitchFamily="34" charset="0"/>
              </a:rPr>
              <a:t>PAX IM30</a:t>
            </a:r>
          </a:p>
          <a:p>
            <a:pPr algn="ctr"/>
            <a:r>
              <a:rPr lang="en-SG" sz="600" dirty="0">
                <a:latin typeface="Calibri" panose="020F0502020204030204" pitchFamily="34" charset="0"/>
                <a:cs typeface="Calibri" panose="020F0502020204030204" pitchFamily="34" charset="0"/>
              </a:rPr>
              <a:t>Self-service, large screen and all-in-one android device for quick tap and pay.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C3ACF8-ED5F-AFDB-B063-22927BEE5370}"/>
              </a:ext>
            </a:extLst>
          </p:cNvPr>
          <p:cNvSpPr txBox="1"/>
          <p:nvPr/>
        </p:nvSpPr>
        <p:spPr>
          <a:xfrm>
            <a:off x="1441442" y="2940346"/>
            <a:ext cx="1500867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</a:t>
            </a:r>
          </a:p>
          <a:p>
            <a:pPr algn="ctr"/>
            <a:endParaRPr lang="en-SG" sz="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SG" sz="800" b="1" dirty="0">
                <a:latin typeface="Calibri" panose="020F0502020204030204" pitchFamily="34" charset="0"/>
                <a:cs typeface="Calibri" panose="020F0502020204030204" pitchFamily="34" charset="0"/>
              </a:rPr>
              <a:t>Ingenico MOVE5000</a:t>
            </a:r>
          </a:p>
          <a:p>
            <a:pPr algn="ctr"/>
            <a:r>
              <a:rPr lang="en-SG" sz="600" dirty="0">
                <a:latin typeface="Calibri" panose="020F0502020204030204" pitchFamily="34" charset="0"/>
                <a:cs typeface="Calibri" panose="020F0502020204030204" pitchFamily="34" charset="0"/>
              </a:rPr>
              <a:t>Go-to portable, durable and with printing power.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747CE0A-13D9-1A6F-E626-F5B87FF90C22}"/>
              </a:ext>
            </a:extLst>
          </p:cNvPr>
          <p:cNvCxnSpPr/>
          <p:nvPr/>
        </p:nvCxnSpPr>
        <p:spPr>
          <a:xfrm>
            <a:off x="-18055" y="3200110"/>
            <a:ext cx="91948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05FD053B-496F-57BE-DC60-12524C8057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189" y="1256303"/>
            <a:ext cx="1024218" cy="324701"/>
          </a:xfrm>
          <a:prstGeom prst="rect">
            <a:avLst/>
          </a:prstGeom>
          <a:ln>
            <a:noFill/>
          </a:ln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38F2ADB-4B63-3170-CBA9-E75BD8BD1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766" y="1282730"/>
            <a:ext cx="1066301" cy="272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EBE">
            <a:extLst>
              <a:ext uri="{FF2B5EF4-FFF2-40B4-BE49-F238E27FC236}">
                <a16:creationId xmlns:a16="http://schemas.microsoft.com/office/drawing/2014/main" id="{03036BA8-8115-8E0F-3E36-D4E61CC2E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758" y="1188520"/>
            <a:ext cx="791551" cy="35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/>
          <p:cNvGrpSpPr/>
          <p:nvPr/>
        </p:nvGrpSpPr>
        <p:grpSpPr>
          <a:xfrm>
            <a:off x="1346370" y="3813477"/>
            <a:ext cx="6299960" cy="491008"/>
            <a:chOff x="0" y="3997959"/>
            <a:chExt cx="9144000" cy="791513"/>
          </a:xfrm>
        </p:grpSpPr>
        <p:sp>
          <p:nvSpPr>
            <p:cNvPr id="19" name="Rectangle 18"/>
            <p:cNvSpPr/>
            <p:nvPr/>
          </p:nvSpPr>
          <p:spPr>
            <a:xfrm>
              <a:off x="0" y="3997959"/>
              <a:ext cx="9144000" cy="791513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SG" sz="1600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24FDB6F-2F62-3C43-EF84-C9ADA8614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04960" y="4117395"/>
              <a:ext cx="3197593" cy="5926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99FD17B-E683-FA82-3D2D-FDC018C36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58825" y="4121765"/>
              <a:ext cx="2109971" cy="586551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214BEAC-FCBE-9AC7-9A71-673B04D73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045265" y="4151045"/>
              <a:ext cx="1631710" cy="58655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4AC5FA2-9630-5067-6058-705442ED6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54764" y="4294577"/>
              <a:ext cx="1069626" cy="265277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52CE621D-E6DA-5F5E-2579-A54017FA507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4889" b="95556" l="29778" r="72444"/>
                    </a14:imgEffect>
                  </a14:imgLayer>
                </a14:imgProps>
              </a:ext>
            </a:extLst>
          </a:blip>
          <a:srcRect l="29644" t="5474" r="28398" b="4920"/>
          <a:stretch/>
        </p:blipFill>
        <p:spPr>
          <a:xfrm>
            <a:off x="1953658" y="1756973"/>
            <a:ext cx="536352" cy="1145429"/>
          </a:xfrm>
          <a:prstGeom prst="rect">
            <a:avLst/>
          </a:prstGeom>
          <a:ln>
            <a:noFill/>
          </a:ln>
        </p:spPr>
      </p:pic>
      <p:grpSp>
        <p:nvGrpSpPr>
          <p:cNvPr id="18" name="Group 17"/>
          <p:cNvGrpSpPr/>
          <p:nvPr/>
        </p:nvGrpSpPr>
        <p:grpSpPr>
          <a:xfrm>
            <a:off x="3421646" y="1812355"/>
            <a:ext cx="1054597" cy="1015425"/>
            <a:chOff x="2911694" y="2180772"/>
            <a:chExt cx="961567" cy="861341"/>
          </a:xfrm>
        </p:grpSpPr>
        <p:pic>
          <p:nvPicPr>
            <p:cNvPr id="1028" name="Picture 4" descr="Image result for Saturn1000 cradle">
              <a:extLst>
                <a:ext uri="{FF2B5EF4-FFF2-40B4-BE49-F238E27FC236}">
                  <a16:creationId xmlns:a16="http://schemas.microsoft.com/office/drawing/2014/main" id="{740BAFFD-8340-7D61-8615-A2012B757E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6667" b="95556" l="4706" r="97059">
                          <a14:backgroundMark x1="5882" y1="25000" x2="17647" y2="51111"/>
                          <a14:backgroundMark x1="16471" y1="51667" x2="21765" y2="50000"/>
                          <a14:backgroundMark x1="20588" y1="51111" x2="38235" y2="73333"/>
                          <a14:backgroundMark x1="38235" y1="72778" x2="42941" y2="82222"/>
                          <a14:backgroundMark x1="43529" y1="82778" x2="52941" y2="91667"/>
                          <a14:backgroundMark x1="53529" y1="91111" x2="56471" y2="92778"/>
                          <a14:backgroundMark x1="56471" y1="92778" x2="70000" y2="85556"/>
                          <a14:backgroundMark x1="69412" y1="85556" x2="93529" y2="69444"/>
                          <a14:backgroundMark x1="94706" y1="68889" x2="95294" y2="59444"/>
                          <a14:backgroundMark x1="95294" y1="61111" x2="94706" y2="56667"/>
                          <a14:backgroundMark x1="93529" y1="56111" x2="74118" y2="35000"/>
                          <a14:backgroundMark x1="74118" y1="34444" x2="50000" y2="7222"/>
                          <a14:backgroundMark x1="5882" y1="22222" x2="7059" y2="18889"/>
                          <a14:backgroundMark x1="7059" y1="17222" x2="51176" y2="72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069250">
              <a:off x="2911694" y="2410447"/>
              <a:ext cx="596574" cy="63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DC5251-16F5-EC1B-A2D7-372923503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428" b="98501" l="0" r="100000">
                          <a14:backgroundMark x1="796" y1="43041" x2="8758" y2="53533"/>
                          <a14:backgroundMark x1="10669" y1="55675" x2="18949" y2="60600"/>
                          <a14:backgroundMark x1="19586" y1="61456" x2="27070" y2="59957"/>
                          <a14:backgroundMark x1="27070" y1="59957" x2="81051" y2="99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01566" y="2180772"/>
              <a:ext cx="771695" cy="573856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0FA9F03-C24D-34CC-D0B1-562C789652B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3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5621" y="2218831"/>
            <a:ext cx="932998" cy="463219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5EF1CD-1199-F990-CDCD-C640FF2F761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3606" y="1756564"/>
            <a:ext cx="1084050" cy="740031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35938" b="67292" l="15729" r="9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0" t="36078" r="9826" b="32985"/>
          <a:stretch/>
        </p:blipFill>
        <p:spPr>
          <a:xfrm>
            <a:off x="3496962" y="2836714"/>
            <a:ext cx="384840" cy="140058"/>
          </a:xfrm>
          <a:prstGeom prst="rect">
            <a:avLst/>
          </a:prstGeom>
          <a:ln>
            <a:noFill/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2CE621D-E6DA-5F5E-2579-A54017FA507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4889" b="95556" l="29778" r="72444"/>
                    </a14:imgEffect>
                  </a14:imgLayer>
                </a14:imgProps>
              </a:ext>
            </a:extLst>
          </a:blip>
          <a:srcRect l="29644" t="5474" r="28398" b="4920"/>
          <a:stretch/>
        </p:blipFill>
        <p:spPr>
          <a:xfrm>
            <a:off x="563692" y="1756973"/>
            <a:ext cx="536352" cy="1145429"/>
          </a:xfrm>
          <a:prstGeom prst="rect">
            <a:avLst/>
          </a:prstGeom>
          <a:ln>
            <a:noFill/>
          </a:ln>
        </p:spPr>
      </p:pic>
      <p:pic>
        <p:nvPicPr>
          <p:cNvPr id="57" name="Picture 56"/>
          <p:cNvPicPr>
            <a:picLocks noChangeAspect="1"/>
          </p:cNvPicPr>
          <p:nvPr/>
        </p:nvPicPr>
        <p:blipFill rotWithShape="1"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35938" b="67292" l="15729" r="9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0" t="36078" r="9826" b="32985"/>
          <a:stretch/>
        </p:blipFill>
        <p:spPr>
          <a:xfrm>
            <a:off x="6376650" y="2836714"/>
            <a:ext cx="384840" cy="140058"/>
          </a:xfrm>
          <a:prstGeom prst="rect">
            <a:avLst/>
          </a:prstGeom>
          <a:ln>
            <a:noFill/>
          </a:ln>
        </p:spPr>
      </p:pic>
      <p:pic>
        <p:nvPicPr>
          <p:cNvPr id="59" name="Picture 58"/>
          <p:cNvPicPr>
            <a:picLocks noChangeAspect="1"/>
          </p:cNvPicPr>
          <p:nvPr/>
        </p:nvPicPr>
        <p:blipFill rotWithShape="1"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35938" b="67292" l="15729" r="9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0" t="36078" r="9826" b="32985"/>
          <a:stretch/>
        </p:blipFill>
        <p:spPr>
          <a:xfrm>
            <a:off x="7704383" y="2830540"/>
            <a:ext cx="384840" cy="140058"/>
          </a:xfrm>
          <a:prstGeom prst="rect">
            <a:avLst/>
          </a:prstGeom>
          <a:ln>
            <a:noFill/>
          </a:ln>
        </p:spPr>
      </p:pic>
      <p:sp>
        <p:nvSpPr>
          <p:cNvPr id="68" name="Footer Placeholder 2"/>
          <p:cNvSpPr txBox="1">
            <a:spLocks/>
          </p:cNvSpPr>
          <p:nvPr/>
        </p:nvSpPr>
        <p:spPr>
          <a:xfrm>
            <a:off x="0" y="48688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NETS Confidential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B5472F9-BCC0-08B8-9569-28F3034099F4}"/>
              </a:ext>
            </a:extLst>
          </p:cNvPr>
          <p:cNvSpPr/>
          <p:nvPr/>
        </p:nvSpPr>
        <p:spPr>
          <a:xfrm>
            <a:off x="703427" y="1280867"/>
            <a:ext cx="237275" cy="220796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SG" sz="1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2A4AD7-7AE0-FCAA-B546-1B5C3D75DF58}"/>
              </a:ext>
            </a:extLst>
          </p:cNvPr>
          <p:cNvSpPr/>
          <p:nvPr/>
        </p:nvSpPr>
        <p:spPr>
          <a:xfrm>
            <a:off x="3724004" y="1282730"/>
            <a:ext cx="237275" cy="220796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SG" sz="1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25AB52-B312-A81E-B84B-03D4DF27F076}"/>
              </a:ext>
            </a:extLst>
          </p:cNvPr>
          <p:cNvSpPr/>
          <p:nvPr/>
        </p:nvSpPr>
        <p:spPr>
          <a:xfrm>
            <a:off x="6832600" y="1258637"/>
            <a:ext cx="237275" cy="220796"/>
          </a:xfrm>
          <a:prstGeom prst="ellips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SG" sz="1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94539092"/>
      </p:ext>
    </p:extLst>
  </p:cSld>
  <p:clrMapOvr>
    <a:masterClrMapping/>
  </p:clrMapOvr>
</p:sld>
</file>

<file path=ppt/theme/theme1.xml><?xml version="1.0" encoding="utf-8"?>
<a:theme xmlns:a="http://schemas.openxmlformats.org/drawingml/2006/main" name="NETS_master_page">
  <a:themeElements>
    <a:clrScheme name="NETS THEME COLOR">
      <a:dk1>
        <a:srgbClr val="000000"/>
      </a:dk1>
      <a:lt1>
        <a:srgbClr val="FFFFFF"/>
      </a:lt1>
      <a:dk2>
        <a:srgbClr val="C8C8C8"/>
      </a:dk2>
      <a:lt2>
        <a:srgbClr val="616469"/>
      </a:lt2>
      <a:accent1>
        <a:srgbClr val="E70033"/>
      </a:accent1>
      <a:accent2>
        <a:srgbClr val="0046AD"/>
      </a:accent2>
      <a:accent3>
        <a:srgbClr val="50B848"/>
      </a:accent3>
      <a:accent4>
        <a:srgbClr val="F7931D"/>
      </a:accent4>
      <a:accent5>
        <a:srgbClr val="00AFAD"/>
      </a:accent5>
      <a:accent6>
        <a:srgbClr val="851F83"/>
      </a:accent6>
      <a:hlink>
        <a:srgbClr val="0046AD"/>
      </a:hlink>
      <a:folHlink>
        <a:srgbClr val="0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1">
            <a:lumMod val="20000"/>
            <a:lumOff val="80000"/>
          </a:schemeClr>
        </a:solidFill>
      </a:spPr>
      <a:bodyPr wrap="square" rtlCol="0">
        <a:spAutoFit/>
      </a:bodyPr>
      <a:lstStyle>
        <a:defPPr>
          <a:defRPr sz="12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Guidelines_26 02 2014_v4" id="{0BC10357-EC50-4911-A748-C21717FBD21B}" vid="{E9D06FB4-3EBD-4EE0-910D-62CBDA6F39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DD_Generic_refreshed_template_18.02.2015_16.9.thmx</Template>
  <TotalTime>13904</TotalTime>
  <Words>250</Words>
  <Application>Microsoft Office PowerPoint</Application>
  <PresentationFormat>On-screen Show (16:9)</PresentationFormat>
  <Paragraphs>90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Source Sans Pro</vt:lpstr>
      <vt:lpstr>NETS_master_page</vt:lpstr>
      <vt:lpstr>Electronic Cash Register (ECR) &amp; Terminal Flow</vt:lpstr>
      <vt:lpstr>Payment Flow for NETS QR on ECR/POS</vt:lpstr>
      <vt:lpstr>NETS Terminal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GeneVANLoggerenberg</dc:creator>
  <cp:lastModifiedBy>Ng Chin Keong</cp:lastModifiedBy>
  <cp:revision>817</cp:revision>
  <dcterms:created xsi:type="dcterms:W3CDTF">2016-02-15T09:11:15Z</dcterms:created>
  <dcterms:modified xsi:type="dcterms:W3CDTF">2024-01-11T07:39:54Z</dcterms:modified>
</cp:coreProperties>
</file>